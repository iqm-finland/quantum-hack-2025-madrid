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52" r:id="rId1"/>
    <p:sldMasterId id="2147483717" r:id="rId2"/>
  </p:sldMasterIdLst>
  <p:notesMasterIdLst>
    <p:notesMasterId r:id="rId9"/>
  </p:notesMasterIdLst>
  <p:handoutMasterIdLst>
    <p:handoutMasterId r:id="rId10"/>
  </p:handoutMasterIdLst>
  <p:sldIdLst>
    <p:sldId id="292" r:id="rId3"/>
    <p:sldId id="299" r:id="rId4"/>
    <p:sldId id="411" r:id="rId5"/>
    <p:sldId id="412" r:id="rId6"/>
    <p:sldId id="414" r:id="rId7"/>
    <p:sldId id="409" r:id="rId8"/>
  </p:sldIdLst>
  <p:sldSz cx="12192000" cy="6858000"/>
  <p:notesSz cx="6858000" cy="9144000"/>
  <p:embeddedFontLst>
    <p:embeddedFont>
      <p:font typeface="ForFuture Sans" panose="020B0504020203020204" pitchFamily="34" charset="0"/>
      <p:regular r:id="rId11"/>
      <p:bold r:id="rId12"/>
      <p:italic r:id="rId13"/>
      <p:boldItalic r:id="rId14"/>
    </p:embeddedFont>
    <p:embeddedFont>
      <p:font typeface="Trebuchet MS" panose="020B0603020202020204" pitchFamily="34" charset="0"/>
      <p:regular r:id="rId15"/>
      <p:bold r:id="rId16"/>
      <p:italic r:id="rId17"/>
      <p:boldItalic r:id="rId18"/>
    </p:embeddedFont>
  </p:embeddedFont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142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CC66"/>
    <a:srgbClr val="00BA4A"/>
    <a:srgbClr val="E9E8E3"/>
    <a:srgbClr val="E6E6E6"/>
    <a:srgbClr val="E5E4DD"/>
    <a:srgbClr val="FFFFFF"/>
    <a:srgbClr val="00A3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howGuides="1">
      <p:cViewPr varScale="1">
        <p:scale>
          <a:sx n="95" d="100"/>
          <a:sy n="95" d="100"/>
        </p:scale>
        <p:origin x="206" y="72"/>
      </p:cViewPr>
      <p:guideLst>
        <p:guide pos="2142"/>
        <p:guide orient="horz" pos="216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howGuides="1">
      <p:cViewPr varScale="1">
        <p:scale>
          <a:sx n="89" d="100"/>
          <a:sy n="89" d="100"/>
        </p:scale>
        <p:origin x="3259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19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9B76C1-5D6A-4BE8-9E13-EB92B623AC55}" type="datetimeFigureOut">
              <a:rPr lang="es-ES" smtClean="0"/>
              <a:t>12/12/2025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EB8445-AEE5-4B15-A732-6F342B1240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49674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D35EC-AF0A-4DE7-855D-4EF6B0151212}" type="datetimeFigureOut">
              <a:rPr lang="es-ES" smtClean="0"/>
              <a:t>12/12/2025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AE8CD-FAC3-447B-AA62-CC577D5700D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0102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AD5312-3ABE-964A-A5F0-21118D3AAD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aaaaaaaaaaa</a:t>
            </a:r>
            <a:endParaRPr kumimoji="0" lang="en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49935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D533B-D914-EBB2-7B14-EDB39942C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F37399-C64B-1F2D-0CF8-94AA25A13D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E26E7B-5313-0C43-916F-C74AF6630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F0E4CA-8CF3-5A2A-889F-A4F1489A302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aaaaaaaaaaa</a:t>
            </a:r>
            <a:endParaRPr kumimoji="0" lang="en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5921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BF588-22B8-C698-6D08-909FC396E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1567CF-7255-429A-591E-D0E881441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8A02D8-89E8-2696-FADB-BAD478E3D8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BF523A-29F8-0F97-3FA1-35C3D0FFE8A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aaaaaaaaaaa</a:t>
            </a:r>
            <a:endParaRPr kumimoji="0" lang="en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02692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Mini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8">
            <a:extLst>
              <a:ext uri="{FF2B5EF4-FFF2-40B4-BE49-F238E27FC236}">
                <a16:creationId xmlns:a16="http://schemas.microsoft.com/office/drawing/2014/main" id="{522FDCA3-D06F-6C71-2915-A97D0857815D}"/>
              </a:ext>
            </a:extLst>
          </p:cNvPr>
          <p:cNvCxnSpPr/>
          <p:nvPr userDrawn="1"/>
        </p:nvCxnSpPr>
        <p:spPr>
          <a:xfrm>
            <a:off x="7536016" y="0"/>
            <a:ext cx="0" cy="685800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haflanFigura_4"/>
          <p:cNvSpPr/>
          <p:nvPr userDrawn="1"/>
        </p:nvSpPr>
        <p:spPr>
          <a:xfrm>
            <a:off x="336550" y="1268976"/>
            <a:ext cx="11518900" cy="2880032"/>
          </a:xfrm>
          <a:custGeom>
            <a:avLst/>
            <a:gdLst/>
            <a:ahLst/>
            <a:cxnLst/>
            <a:rect l="0" t="0" r="0" b="0"/>
            <a:pathLst>
              <a:path w="11518901" h="2880033">
                <a:moveTo>
                  <a:pt x="144000" y="0"/>
                </a:moveTo>
                <a:lnTo>
                  <a:pt x="11374899" y="0"/>
                </a:lnTo>
                <a:lnTo>
                  <a:pt x="11518900" y="144000"/>
                </a:lnTo>
                <a:lnTo>
                  <a:pt x="11518900" y="2736032"/>
                </a:lnTo>
                <a:lnTo>
                  <a:pt x="11374899" y="2880032"/>
                </a:lnTo>
                <a:lnTo>
                  <a:pt x="144000" y="2880032"/>
                </a:lnTo>
                <a:lnTo>
                  <a:pt x="0" y="2736032"/>
                </a:lnTo>
                <a:lnTo>
                  <a:pt x="0" y="144000"/>
                </a:lnTo>
                <a:close/>
              </a:path>
            </a:pathLst>
          </a:custGeom>
          <a:solidFill>
            <a:srgbClr val="004254"/>
          </a:solidFill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grpSp>
        <p:nvGrpSpPr>
          <p:cNvPr id="12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1800000" cy="213256"/>
            <a:chOff x="820" y="1804"/>
            <a:chExt cx="6035" cy="715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047054" y="1268976"/>
            <a:ext cx="10089002" cy="2880032"/>
          </a:xfrm>
        </p:spPr>
        <p:txBody>
          <a:bodyPr anchor="ctr"/>
          <a:lstStyle>
            <a:lvl1pPr>
              <a:lnSpc>
                <a:spcPct val="85000"/>
              </a:lnSpc>
              <a:defRPr sz="7200"/>
            </a:lvl1pPr>
          </a:lstStyle>
          <a:p>
            <a:r>
              <a:rPr lang="es-ES" dirty="0"/>
              <a:t>Escribe aquí el título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288449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Amazón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07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1800000" cy="213256"/>
            <a:chOff x="820" y="1804"/>
            <a:chExt cx="6035" cy="715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22" name="Marcador de posición de imagen 21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334963"/>
            <a:ext cx="5759450" cy="6188074"/>
          </a:xfrm>
          <a:custGeom>
            <a:avLst/>
            <a:gdLst>
              <a:gd name="connsiteX0" fmla="*/ 144000 w 5759450"/>
              <a:gd name="connsiteY0" fmla="*/ 0 h 6188074"/>
              <a:gd name="connsiteX1" fmla="*/ 5616009 w 5759450"/>
              <a:gd name="connsiteY1" fmla="*/ 0 h 6188074"/>
              <a:gd name="connsiteX2" fmla="*/ 5759450 w 5759450"/>
              <a:gd name="connsiteY2" fmla="*/ 143441 h 6188074"/>
              <a:gd name="connsiteX3" fmla="*/ 5759450 w 5759450"/>
              <a:gd name="connsiteY3" fmla="*/ 6044633 h 6188074"/>
              <a:gd name="connsiteX4" fmla="*/ 5616009 w 5759450"/>
              <a:gd name="connsiteY4" fmla="*/ 6188074 h 6188074"/>
              <a:gd name="connsiteX5" fmla="*/ 144000 w 5759450"/>
              <a:gd name="connsiteY5" fmla="*/ 6188074 h 6188074"/>
              <a:gd name="connsiteX6" fmla="*/ 0 w 5759450"/>
              <a:gd name="connsiteY6" fmla="*/ 6044074 h 6188074"/>
              <a:gd name="connsiteX7" fmla="*/ 0 w 5759450"/>
              <a:gd name="connsiteY7" fmla="*/ 144000 h 6188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59450" h="6188074">
                <a:moveTo>
                  <a:pt x="144000" y="0"/>
                </a:moveTo>
                <a:lnTo>
                  <a:pt x="5616009" y="0"/>
                </a:lnTo>
                <a:lnTo>
                  <a:pt x="5759450" y="143441"/>
                </a:lnTo>
                <a:lnTo>
                  <a:pt x="5759450" y="6044633"/>
                </a:lnTo>
                <a:lnTo>
                  <a:pt x="5616009" y="6188074"/>
                </a:lnTo>
                <a:lnTo>
                  <a:pt x="144000" y="6188074"/>
                </a:lnTo>
                <a:lnTo>
                  <a:pt x="0" y="6044074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071094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Amazón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1800000" cy="213256"/>
            <a:chOff x="820" y="1804"/>
            <a:chExt cx="6035" cy="715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1406837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FULL - Image 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2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1800000" cy="213256"/>
            <a:chOff x="820" y="1804"/>
            <a:chExt cx="6035" cy="715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9989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4252291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Amazónico+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3883320C-893C-E852-65DA-C4DBC29EEBA0}"/>
              </a:ext>
            </a:extLst>
          </p:cNvPr>
          <p:cNvSpPr/>
          <p:nvPr userDrawn="1"/>
        </p:nvSpPr>
        <p:spPr>
          <a:xfrm>
            <a:off x="0" y="0"/>
            <a:ext cx="12192000" cy="88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8"/>
            <a:ext cx="5039442" cy="72000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1800000" cy="213256"/>
            <a:chOff x="820" y="1804"/>
            <a:chExt cx="6035" cy="715"/>
          </a:xfrm>
          <a:solidFill>
            <a:schemeClr val="bg1"/>
          </a:solidFill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cxnSp>
        <p:nvCxnSpPr>
          <p:cNvPr id="16" name="Conector recto 15"/>
          <p:cNvCxnSpPr/>
          <p:nvPr userDrawn="1"/>
        </p:nvCxnSpPr>
        <p:spPr>
          <a:xfrm flipV="1">
            <a:off x="2495960" y="334963"/>
            <a:ext cx="0" cy="21400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arcador de posición de imagen 17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1" y="1215043"/>
            <a:ext cx="5760009" cy="5306407"/>
          </a:xfrm>
          <a:custGeom>
            <a:avLst/>
            <a:gdLst>
              <a:gd name="connsiteX0" fmla="*/ 143999 w 5760009"/>
              <a:gd name="connsiteY0" fmla="*/ 0 h 5306407"/>
              <a:gd name="connsiteX1" fmla="*/ 5616010 w 5760009"/>
              <a:gd name="connsiteY1" fmla="*/ 0 h 5306407"/>
              <a:gd name="connsiteX2" fmla="*/ 5760009 w 5760009"/>
              <a:gd name="connsiteY2" fmla="*/ 143999 h 5306407"/>
              <a:gd name="connsiteX3" fmla="*/ 5760009 w 5760009"/>
              <a:gd name="connsiteY3" fmla="*/ 5162407 h 5306407"/>
              <a:gd name="connsiteX4" fmla="*/ 5616009 w 5760009"/>
              <a:gd name="connsiteY4" fmla="*/ 5306407 h 5306407"/>
              <a:gd name="connsiteX5" fmla="*/ 144000 w 5760009"/>
              <a:gd name="connsiteY5" fmla="*/ 5306407 h 5306407"/>
              <a:gd name="connsiteX6" fmla="*/ 0 w 5760009"/>
              <a:gd name="connsiteY6" fmla="*/ 5162407 h 5306407"/>
              <a:gd name="connsiteX7" fmla="*/ 0 w 5760009"/>
              <a:gd name="connsiteY7" fmla="*/ 143999 h 5306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60009" h="5306407">
                <a:moveTo>
                  <a:pt x="143999" y="0"/>
                </a:moveTo>
                <a:lnTo>
                  <a:pt x="5616010" y="0"/>
                </a:lnTo>
                <a:lnTo>
                  <a:pt x="5760009" y="143999"/>
                </a:lnTo>
                <a:lnTo>
                  <a:pt x="5760009" y="5162407"/>
                </a:lnTo>
                <a:lnTo>
                  <a:pt x="5616009" y="5306407"/>
                </a:lnTo>
                <a:lnTo>
                  <a:pt x="144000" y="5306407"/>
                </a:lnTo>
                <a:lnTo>
                  <a:pt x="0" y="5162407"/>
                </a:lnTo>
                <a:lnTo>
                  <a:pt x="0" y="143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685533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Amazónico+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883320C-893C-E852-65DA-C4DBC29EEBA0}"/>
              </a:ext>
            </a:extLst>
          </p:cNvPr>
          <p:cNvSpPr/>
          <p:nvPr userDrawn="1"/>
        </p:nvSpPr>
        <p:spPr>
          <a:xfrm>
            <a:off x="0" y="0"/>
            <a:ext cx="12192000" cy="88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grpSp>
        <p:nvGrpSpPr>
          <p:cNvPr id="16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1800000" cy="213256"/>
            <a:chOff x="820" y="1804"/>
            <a:chExt cx="6035" cy="715"/>
          </a:xfrm>
          <a:solidFill>
            <a:schemeClr val="bg1"/>
          </a:solidFill>
        </p:grpSpPr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cxnSp>
        <p:nvCxnSpPr>
          <p:cNvPr id="21" name="Conector recto 20"/>
          <p:cNvCxnSpPr/>
          <p:nvPr userDrawn="1"/>
        </p:nvCxnSpPr>
        <p:spPr>
          <a:xfrm flipV="1">
            <a:off x="2495960" y="334963"/>
            <a:ext cx="0" cy="21400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2643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FULL - Image+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882000"/>
            <a:ext cx="12192000" cy="5976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2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9989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883320C-893C-E852-65DA-C4DBC29EEBA0}"/>
              </a:ext>
            </a:extLst>
          </p:cNvPr>
          <p:cNvSpPr/>
          <p:nvPr userDrawn="1"/>
        </p:nvSpPr>
        <p:spPr>
          <a:xfrm>
            <a:off x="0" y="0"/>
            <a:ext cx="12192000" cy="88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grpSp>
        <p:nvGrpSpPr>
          <p:cNvPr id="16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1800000" cy="213256"/>
            <a:chOff x="820" y="1804"/>
            <a:chExt cx="6035" cy="715"/>
          </a:xfrm>
          <a:solidFill>
            <a:schemeClr val="bg1"/>
          </a:solidFill>
        </p:grpSpPr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cxnSp>
        <p:nvCxnSpPr>
          <p:cNvPr id="21" name="Conector recto 20"/>
          <p:cNvCxnSpPr/>
          <p:nvPr userDrawn="1"/>
        </p:nvCxnSpPr>
        <p:spPr>
          <a:xfrm flipV="1">
            <a:off x="2495960" y="334963"/>
            <a:ext cx="0" cy="21400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9896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07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1800000" cy="213256"/>
            <a:chOff x="820" y="1804"/>
            <a:chExt cx="6035" cy="715"/>
          </a:xfrm>
          <a:solidFill>
            <a:schemeClr val="tx1"/>
          </a:solidFill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22" name="Marcador de posición de imagen 21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334963"/>
            <a:ext cx="5759450" cy="6188074"/>
          </a:xfrm>
          <a:custGeom>
            <a:avLst/>
            <a:gdLst>
              <a:gd name="connsiteX0" fmla="*/ 144000 w 5759450"/>
              <a:gd name="connsiteY0" fmla="*/ 0 h 6188074"/>
              <a:gd name="connsiteX1" fmla="*/ 5616009 w 5759450"/>
              <a:gd name="connsiteY1" fmla="*/ 0 h 6188074"/>
              <a:gd name="connsiteX2" fmla="*/ 5759450 w 5759450"/>
              <a:gd name="connsiteY2" fmla="*/ 143441 h 6188074"/>
              <a:gd name="connsiteX3" fmla="*/ 5759450 w 5759450"/>
              <a:gd name="connsiteY3" fmla="*/ 6044633 h 6188074"/>
              <a:gd name="connsiteX4" fmla="*/ 5616009 w 5759450"/>
              <a:gd name="connsiteY4" fmla="*/ 6188074 h 6188074"/>
              <a:gd name="connsiteX5" fmla="*/ 144000 w 5759450"/>
              <a:gd name="connsiteY5" fmla="*/ 6188074 h 6188074"/>
              <a:gd name="connsiteX6" fmla="*/ 0 w 5759450"/>
              <a:gd name="connsiteY6" fmla="*/ 6044074 h 6188074"/>
              <a:gd name="connsiteX7" fmla="*/ 0 w 5759450"/>
              <a:gd name="connsiteY7" fmla="*/ 144000 h 6188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59450" h="6188074">
                <a:moveTo>
                  <a:pt x="144000" y="0"/>
                </a:moveTo>
                <a:lnTo>
                  <a:pt x="5616009" y="0"/>
                </a:lnTo>
                <a:lnTo>
                  <a:pt x="5759450" y="143441"/>
                </a:lnTo>
                <a:lnTo>
                  <a:pt x="5759450" y="6044633"/>
                </a:lnTo>
                <a:lnTo>
                  <a:pt x="5616009" y="6188074"/>
                </a:lnTo>
                <a:lnTo>
                  <a:pt x="144000" y="6188074"/>
                </a:lnTo>
                <a:lnTo>
                  <a:pt x="0" y="6044074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229342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1800000" cy="213256"/>
            <a:chOff x="820" y="1804"/>
            <a:chExt cx="6035" cy="715"/>
          </a:xfrm>
          <a:solidFill>
            <a:schemeClr val="tx1"/>
          </a:solidFill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578752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FULL - Image P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2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1800000" cy="213256"/>
            <a:chOff x="820" y="1804"/>
            <a:chExt cx="6035" cy="715"/>
          </a:xfrm>
          <a:solidFill>
            <a:schemeClr val="tx1"/>
          </a:solidFill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9989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1687495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Cor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1800000" cy="213256"/>
            <a:chOff x="820" y="1804"/>
            <a:chExt cx="6035" cy="715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grpSp>
        <p:nvGrpSpPr>
          <p:cNvPr id="2" name="Grupo 1"/>
          <p:cNvGrpSpPr/>
          <p:nvPr userDrawn="1"/>
        </p:nvGrpSpPr>
        <p:grpSpPr>
          <a:xfrm>
            <a:off x="2200132" y="1268976"/>
            <a:ext cx="7792835" cy="5589024"/>
            <a:chOff x="2200132" y="1141751"/>
            <a:chExt cx="7792835" cy="5716249"/>
          </a:xfrm>
        </p:grpSpPr>
        <p:cxnSp>
          <p:nvCxnSpPr>
            <p:cNvPr id="14" name="Straight Connector 8">
              <a:extLst>
                <a:ext uri="{FF2B5EF4-FFF2-40B4-BE49-F238E27FC236}">
                  <a16:creationId xmlns:a16="http://schemas.microsoft.com/office/drawing/2014/main" id="{B6A8FCB8-2780-6C99-E9FA-647662FFE9E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2200132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9">
              <a:extLst>
                <a:ext uri="{FF2B5EF4-FFF2-40B4-BE49-F238E27FC236}">
                  <a16:creationId xmlns:a16="http://schemas.microsoft.com/office/drawing/2014/main" id="{16BC131E-F13E-4A4E-2CB8-E110B0003A3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148341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0">
              <a:extLst>
                <a:ext uri="{FF2B5EF4-FFF2-40B4-BE49-F238E27FC236}">
                  <a16:creationId xmlns:a16="http://schemas.microsoft.com/office/drawing/2014/main" id="{AC5A2131-0258-D95F-F5B8-19FDBACC3252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96550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1">
              <a:extLst>
                <a:ext uri="{FF2B5EF4-FFF2-40B4-BE49-F238E27FC236}">
                  <a16:creationId xmlns:a16="http://schemas.microsoft.com/office/drawing/2014/main" id="{7BD79059-6F36-BFA3-7DDC-C0893AD3334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044758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2">
              <a:extLst>
                <a:ext uri="{FF2B5EF4-FFF2-40B4-BE49-F238E27FC236}">
                  <a16:creationId xmlns:a16="http://schemas.microsoft.com/office/drawing/2014/main" id="{413A3459-4321-35B0-994B-CBD8A883F36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992967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926D6439-8725-39F1-4A28-9C2366C653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550" y="1167009"/>
            <a:ext cx="1778951" cy="140243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B7A62E-2BCA-D963-A460-1783D45222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84755" y="3391225"/>
            <a:ext cx="1778955" cy="146326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02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A238FCE0-4BCC-E0F8-5E51-41C6FDE6D0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32963" y="1167010"/>
            <a:ext cx="1778959" cy="140243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03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2F639E73-924B-CDEB-8510-64566A67CB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1173" y="3391225"/>
            <a:ext cx="1778957" cy="146326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04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DECA4C82-8B07-D070-CE1B-E96A1D6742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9381" y="1158772"/>
            <a:ext cx="1778959" cy="140243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05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5BA8B66C-5412-698B-F516-A44B62FBE65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77592" y="3391225"/>
            <a:ext cx="1778957" cy="146326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06</a:t>
            </a:r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E37D9BF6-ADF8-B12D-DABC-084AA557DD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547" y="2585149"/>
            <a:ext cx="1778954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E79B31AE-879A-F3D3-0223-72DE2A0026D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2964" y="2585149"/>
            <a:ext cx="177895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1C07E858-A18A-B5A1-F4FC-ED46EDA794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4758" y="4870204"/>
            <a:ext cx="177895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341CAE29-FF6A-BA8E-FA2D-95B59457FAB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1172" y="4870204"/>
            <a:ext cx="1778957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9" name="Text Placeholder 29">
            <a:extLst>
              <a:ext uri="{FF2B5EF4-FFF2-40B4-BE49-F238E27FC236}">
                <a16:creationId xmlns:a16="http://schemas.microsoft.com/office/drawing/2014/main" id="{CBD99E4A-9937-9DAD-51BF-769B27DDF4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77593" y="4870204"/>
            <a:ext cx="1778956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5A53FC6-34CD-D634-D1A6-D31DF8005B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382" y="2585149"/>
            <a:ext cx="177895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905097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Larg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1800000" cy="213256"/>
            <a:chOff x="820" y="1804"/>
            <a:chExt cx="6035" cy="715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C3F26EEC-0020-0C86-2DF5-24EC7311C6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978" y="1167009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1DB0F80E-8162-FAD4-EBDF-AEF08722C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78" y="23944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02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40C11C35-38FB-AD08-6300-1DABA045F15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78" y="3597171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03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2A0B644C-DE96-3324-906B-1D86FAD3D4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78" y="48328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04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7CFDB9CC-EEDA-1464-D070-38298816DA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5252" y="1167009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05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3E6BDC40-8B07-44FA-94FA-BE03063BD7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5252" y="23944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06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DAE16205-E178-5D19-7A9E-D5D1C0C2DA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5252" y="3597171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07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2ECF5A5E-2767-C8CC-7F70-69FF83596A9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35252" y="48328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08</a:t>
            </a:r>
          </a:p>
        </p:txBody>
      </p:sp>
      <p:sp>
        <p:nvSpPr>
          <p:cNvPr id="42" name="Text Placeholder 15">
            <a:extLst>
              <a:ext uri="{FF2B5EF4-FFF2-40B4-BE49-F238E27FC236}">
                <a16:creationId xmlns:a16="http://schemas.microsoft.com/office/drawing/2014/main" id="{C8E863FA-111C-8652-3E8D-5FA8973B2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29453" y="1167009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09</a:t>
            </a:r>
          </a:p>
        </p:txBody>
      </p:sp>
      <p:sp>
        <p:nvSpPr>
          <p:cNvPr id="43" name="Text Placeholder 15">
            <a:extLst>
              <a:ext uri="{FF2B5EF4-FFF2-40B4-BE49-F238E27FC236}">
                <a16:creationId xmlns:a16="http://schemas.microsoft.com/office/drawing/2014/main" id="{E252F4E7-C057-8265-2AFF-DD9E6402EB9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29453" y="23944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10</a:t>
            </a:r>
          </a:p>
        </p:txBody>
      </p:sp>
      <p:sp>
        <p:nvSpPr>
          <p:cNvPr id="44" name="Text Placeholder 15">
            <a:extLst>
              <a:ext uri="{FF2B5EF4-FFF2-40B4-BE49-F238E27FC236}">
                <a16:creationId xmlns:a16="http://schemas.microsoft.com/office/drawing/2014/main" id="{1C071B54-C34C-81FC-8886-0AB96E569EA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9453" y="3597171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11</a:t>
            </a:r>
          </a:p>
        </p:txBody>
      </p:sp>
      <p:sp>
        <p:nvSpPr>
          <p:cNvPr id="45" name="Text Placeholder 15">
            <a:extLst>
              <a:ext uri="{FF2B5EF4-FFF2-40B4-BE49-F238E27FC236}">
                <a16:creationId xmlns:a16="http://schemas.microsoft.com/office/drawing/2014/main" id="{89441B5A-C5B0-3CF8-4A72-32AED17D68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9453" y="48328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12</a:t>
            </a:r>
          </a:p>
        </p:txBody>
      </p:sp>
      <p:sp>
        <p:nvSpPr>
          <p:cNvPr id="46" name="Text Placeholder 29">
            <a:extLst>
              <a:ext uri="{FF2B5EF4-FFF2-40B4-BE49-F238E27FC236}">
                <a16:creationId xmlns:a16="http://schemas.microsoft.com/office/drawing/2014/main" id="{A8D8D8B9-84E4-A5EF-F781-F6C079126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71320" y="1344706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47" name="Text Placeholder 29">
            <a:extLst>
              <a:ext uri="{FF2B5EF4-FFF2-40B4-BE49-F238E27FC236}">
                <a16:creationId xmlns:a16="http://schemas.microsoft.com/office/drawing/2014/main" id="{C13947E4-99B4-7AAC-D4E2-44B058ADA5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63229" y="1344706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48" name="Text Placeholder 29">
            <a:extLst>
              <a:ext uri="{FF2B5EF4-FFF2-40B4-BE49-F238E27FC236}">
                <a16:creationId xmlns:a16="http://schemas.microsoft.com/office/drawing/2014/main" id="{BDE6CC3C-373A-B999-5D79-FFCFAFEB7F1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57430" y="1344706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6DB00DA2-69CE-BC0C-DDEC-418E42272E3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71320" y="2561170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0" name="Text Placeholder 29">
            <a:extLst>
              <a:ext uri="{FF2B5EF4-FFF2-40B4-BE49-F238E27FC236}">
                <a16:creationId xmlns:a16="http://schemas.microsoft.com/office/drawing/2014/main" id="{D703D0F6-7A49-B8AD-09E8-BCA907FA30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63229" y="2561170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1" name="Text Placeholder 29">
            <a:extLst>
              <a:ext uri="{FF2B5EF4-FFF2-40B4-BE49-F238E27FC236}">
                <a16:creationId xmlns:a16="http://schemas.microsoft.com/office/drawing/2014/main" id="{83C73E6B-5B9D-5213-4965-03CBE1E10B8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57430" y="2561170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2" name="Text Placeholder 29">
            <a:extLst>
              <a:ext uri="{FF2B5EF4-FFF2-40B4-BE49-F238E27FC236}">
                <a16:creationId xmlns:a16="http://schemas.microsoft.com/office/drawing/2014/main" id="{19298D4F-2241-442E-E7CB-91F49188044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71320" y="3777634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3" name="Text Placeholder 29">
            <a:extLst>
              <a:ext uri="{FF2B5EF4-FFF2-40B4-BE49-F238E27FC236}">
                <a16:creationId xmlns:a16="http://schemas.microsoft.com/office/drawing/2014/main" id="{4C527113-8DC6-9092-73E3-D528F18FE19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63229" y="3777634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4" name="Text Placeholder 29">
            <a:extLst>
              <a:ext uri="{FF2B5EF4-FFF2-40B4-BE49-F238E27FC236}">
                <a16:creationId xmlns:a16="http://schemas.microsoft.com/office/drawing/2014/main" id="{B25D650E-E87E-D127-E5BD-1E0387F71E5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357430" y="3777634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5" name="Text Placeholder 29">
            <a:extLst>
              <a:ext uri="{FF2B5EF4-FFF2-40B4-BE49-F238E27FC236}">
                <a16:creationId xmlns:a16="http://schemas.microsoft.com/office/drawing/2014/main" id="{C847FB7D-9A35-446B-1889-B65B833601C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71320" y="4994099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6" name="Text Placeholder 29">
            <a:extLst>
              <a:ext uri="{FF2B5EF4-FFF2-40B4-BE49-F238E27FC236}">
                <a16:creationId xmlns:a16="http://schemas.microsoft.com/office/drawing/2014/main" id="{8F3BF73A-DEC0-5BB6-527D-9A16E2C35EA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63229" y="4994099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7" name="Text Placeholder 29">
            <a:extLst>
              <a:ext uri="{FF2B5EF4-FFF2-40B4-BE49-F238E27FC236}">
                <a16:creationId xmlns:a16="http://schemas.microsoft.com/office/drawing/2014/main" id="{6135C823-B0CF-87E9-1E61-97A2FA3D88B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57430" y="4994099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7696" marR="0" indent="0" algn="l" defTabSz="914377" rtl="0" eaLnBrk="1" fontAlgn="auto" latinLnBrk="0" hangingPunct="1">
              <a:lnSpc>
                <a:spcPct val="100000"/>
              </a:lnSpc>
              <a:spcBef>
                <a:spcPts val="6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cxnSp>
        <p:nvCxnSpPr>
          <p:cNvPr id="92" name="Straight Connector 8">
            <a:extLst>
              <a:ext uri="{FF2B5EF4-FFF2-40B4-BE49-F238E27FC236}">
                <a16:creationId xmlns:a16="http://schemas.microsoft.com/office/drawing/2014/main" id="{B6A8FCB8-2780-6C99-E9FA-647662FFE9E1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3645" y="1268976"/>
            <a:ext cx="0" cy="5589024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8">
            <a:extLst>
              <a:ext uri="{FF2B5EF4-FFF2-40B4-BE49-F238E27FC236}">
                <a16:creationId xmlns:a16="http://schemas.microsoft.com/office/drawing/2014/main" id="{B6A8FCB8-2780-6C99-E9FA-647662FFE9E1}"/>
              </a:ext>
            </a:extLst>
          </p:cNvPr>
          <p:cNvCxnSpPr>
            <a:cxnSpLocks/>
          </p:cNvCxnSpPr>
          <p:nvPr userDrawn="1"/>
        </p:nvCxnSpPr>
        <p:spPr>
          <a:xfrm flipV="1">
            <a:off x="7962348" y="1268976"/>
            <a:ext cx="0" cy="5589024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Marcador de número de diapositiva 2"/>
          <p:cNvSpPr>
            <a:spLocks noGrp="1"/>
          </p:cNvSpPr>
          <p:nvPr>
            <p:ph type="sldNum" sz="quarter" idx="35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640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760"/>
            <a:ext cx="8639482" cy="252028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s-ES" dirty="0"/>
              <a:t>Escribe aquí el título de la separata principal</a:t>
            </a: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1800000" cy="213256"/>
            <a:chOff x="820" y="1804"/>
            <a:chExt cx="6035" cy="715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72542" y="334963"/>
            <a:ext cx="2082908" cy="203132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cxnSp>
        <p:nvCxnSpPr>
          <p:cNvPr id="15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49" y="4149081"/>
            <a:ext cx="8639483" cy="205169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 principal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26774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Principal+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122"/>
            <a:ext cx="8639482" cy="1080866"/>
          </a:xfrm>
        </p:spPr>
        <p:txBody>
          <a:bodyPr anchor="t"/>
          <a:lstStyle>
            <a:lvl1pPr>
              <a:defRPr sz="3600"/>
            </a:lvl1pPr>
          </a:lstStyle>
          <a:p>
            <a:r>
              <a:rPr lang="es-ES" dirty="0"/>
              <a:t>Escribe aquí el título de la separata principal</a:t>
            </a: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1800000" cy="213256"/>
            <a:chOff x="820" y="1804"/>
            <a:chExt cx="6035" cy="715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72542" y="334963"/>
            <a:ext cx="2082908" cy="203132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cxnSp>
        <p:nvCxnSpPr>
          <p:cNvPr id="15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49" y="2708992"/>
            <a:ext cx="8639483" cy="4500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 principal</a:t>
            </a:r>
          </a:p>
        </p:txBody>
      </p:sp>
      <p:sp>
        <p:nvSpPr>
          <p:cNvPr id="25" name="Marcador de posición de imagen 24"/>
          <p:cNvSpPr>
            <a:spLocks noGrp="1"/>
          </p:cNvSpPr>
          <p:nvPr>
            <p:ph type="pic" sz="quarter" idx="11" hasCustomPrompt="1"/>
          </p:nvPr>
        </p:nvSpPr>
        <p:spPr>
          <a:xfrm>
            <a:off x="336550" y="3429001"/>
            <a:ext cx="9001601" cy="2771774"/>
          </a:xfrm>
          <a:custGeom>
            <a:avLst/>
            <a:gdLst>
              <a:gd name="connsiteX0" fmla="*/ 143999 w 9001601"/>
              <a:gd name="connsiteY0" fmla="*/ 0 h 2771774"/>
              <a:gd name="connsiteX1" fmla="*/ 8857601 w 9001601"/>
              <a:gd name="connsiteY1" fmla="*/ 0 h 2771774"/>
              <a:gd name="connsiteX2" fmla="*/ 9001601 w 9001601"/>
              <a:gd name="connsiteY2" fmla="*/ 143999 h 2771774"/>
              <a:gd name="connsiteX3" fmla="*/ 9001601 w 9001601"/>
              <a:gd name="connsiteY3" fmla="*/ 2627774 h 2771774"/>
              <a:gd name="connsiteX4" fmla="*/ 8857600 w 9001601"/>
              <a:gd name="connsiteY4" fmla="*/ 2771774 h 2771774"/>
              <a:gd name="connsiteX5" fmla="*/ 144000 w 9001601"/>
              <a:gd name="connsiteY5" fmla="*/ 2771774 h 2771774"/>
              <a:gd name="connsiteX6" fmla="*/ 0 w 9001601"/>
              <a:gd name="connsiteY6" fmla="*/ 2627774 h 2771774"/>
              <a:gd name="connsiteX7" fmla="*/ 0 w 9001601"/>
              <a:gd name="connsiteY7" fmla="*/ 143999 h 2771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01601" h="2771774">
                <a:moveTo>
                  <a:pt x="143999" y="0"/>
                </a:moveTo>
                <a:lnTo>
                  <a:pt x="8857601" y="0"/>
                </a:lnTo>
                <a:lnTo>
                  <a:pt x="9001601" y="143999"/>
                </a:lnTo>
                <a:lnTo>
                  <a:pt x="9001601" y="2627774"/>
                </a:lnTo>
                <a:lnTo>
                  <a:pt x="8857600" y="2771774"/>
                </a:lnTo>
                <a:lnTo>
                  <a:pt x="144000" y="2771774"/>
                </a:lnTo>
                <a:lnTo>
                  <a:pt x="0" y="2627774"/>
                </a:lnTo>
                <a:lnTo>
                  <a:pt x="0" y="143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2979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Secundari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1800000" cy="213256"/>
            <a:chOff x="820" y="1804"/>
            <a:chExt cx="6035" cy="715"/>
          </a:xfrm>
          <a:solidFill>
            <a:schemeClr val="bg1"/>
          </a:solidFill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57301" y="334963"/>
            <a:ext cx="1998150" cy="11079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7200">
                <a:solidFill>
                  <a:schemeClr val="bg2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cxnSp>
        <p:nvCxnSpPr>
          <p:cNvPr id="78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760"/>
            <a:ext cx="8639482" cy="2520280"/>
          </a:xfrm>
        </p:spPr>
        <p:txBody>
          <a:bodyPr anchor="b"/>
          <a:lstStyle>
            <a:lvl1pPr>
              <a:defRPr sz="360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Escribe aquí el título de la separata principal</a:t>
            </a:r>
          </a:p>
        </p:txBody>
      </p:sp>
      <p:sp>
        <p:nvSpPr>
          <p:cNvPr id="16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49" y="4149081"/>
            <a:ext cx="8639483" cy="2051694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 principal</a:t>
            </a:r>
          </a:p>
        </p:txBody>
      </p:sp>
      <p:sp>
        <p:nvSpPr>
          <p:cNvPr id="3" name="Marcador de número de diapositiva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56859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Secundaria+Image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1" y="1268976"/>
            <a:ext cx="6479458" cy="1080866"/>
          </a:xfrm>
        </p:spPr>
        <p:txBody>
          <a:bodyPr anchor="t"/>
          <a:lstStyle>
            <a:lvl1pPr>
              <a:defRPr sz="3600"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Escribe aquí el título de la separata secundaria</a:t>
            </a: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1800000" cy="213256"/>
            <a:chOff x="820" y="1804"/>
            <a:chExt cx="6035" cy="715"/>
          </a:xfrm>
          <a:solidFill>
            <a:schemeClr val="bg1"/>
          </a:solidFill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57301" y="334963"/>
            <a:ext cx="1998150" cy="11079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7200">
                <a:solidFill>
                  <a:schemeClr val="bg2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00</a:t>
            </a:r>
          </a:p>
        </p:txBody>
      </p:sp>
      <p:sp>
        <p:nvSpPr>
          <p:cNvPr id="59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9846"/>
            <a:ext cx="6479458" cy="4500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 principal</a:t>
            </a:r>
          </a:p>
        </p:txBody>
      </p:sp>
      <p:cxnSp>
        <p:nvCxnSpPr>
          <p:cNvPr id="78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7265481" y="1"/>
            <a:ext cx="0" cy="6200774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Marcador de posición de imagen 15"/>
          <p:cNvSpPr>
            <a:spLocks noGrp="1"/>
          </p:cNvSpPr>
          <p:nvPr>
            <p:ph type="pic" sz="quarter" idx="16" hasCustomPrompt="1"/>
          </p:nvPr>
        </p:nvSpPr>
        <p:spPr>
          <a:xfrm>
            <a:off x="336552" y="3429003"/>
            <a:ext cx="6674969" cy="2771772"/>
          </a:xfrm>
          <a:custGeom>
            <a:avLst/>
            <a:gdLst>
              <a:gd name="connsiteX0" fmla="*/ 143999 w 6674969"/>
              <a:gd name="connsiteY0" fmla="*/ 0 h 2771772"/>
              <a:gd name="connsiteX1" fmla="*/ 6530968 w 6674969"/>
              <a:gd name="connsiteY1" fmla="*/ 0 h 2771772"/>
              <a:gd name="connsiteX2" fmla="*/ 6674969 w 6674969"/>
              <a:gd name="connsiteY2" fmla="*/ 144000 h 2771772"/>
              <a:gd name="connsiteX3" fmla="*/ 6674969 w 6674969"/>
              <a:gd name="connsiteY3" fmla="*/ 2627772 h 2771772"/>
              <a:gd name="connsiteX4" fmla="*/ 6530968 w 6674969"/>
              <a:gd name="connsiteY4" fmla="*/ 2771772 h 2771772"/>
              <a:gd name="connsiteX5" fmla="*/ 143999 w 6674969"/>
              <a:gd name="connsiteY5" fmla="*/ 2771772 h 2771772"/>
              <a:gd name="connsiteX6" fmla="*/ 0 w 6674969"/>
              <a:gd name="connsiteY6" fmla="*/ 2627773 h 2771772"/>
              <a:gd name="connsiteX7" fmla="*/ 0 w 6674969"/>
              <a:gd name="connsiteY7" fmla="*/ 143999 h 277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74969" h="2771772">
                <a:moveTo>
                  <a:pt x="143999" y="0"/>
                </a:moveTo>
                <a:lnTo>
                  <a:pt x="6530968" y="0"/>
                </a:lnTo>
                <a:lnTo>
                  <a:pt x="6674969" y="144000"/>
                </a:lnTo>
                <a:lnTo>
                  <a:pt x="6674969" y="2627772"/>
                </a:lnTo>
                <a:lnTo>
                  <a:pt x="6530968" y="2771772"/>
                </a:lnTo>
                <a:lnTo>
                  <a:pt x="143999" y="2771772"/>
                </a:lnTo>
                <a:lnTo>
                  <a:pt x="0" y="2627773"/>
                </a:lnTo>
                <a:lnTo>
                  <a:pt x="0" y="143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02521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Amazón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5936" y="6539593"/>
            <a:ext cx="759650" cy="90000"/>
            <a:chOff x="820" y="1804"/>
            <a:chExt cx="6035" cy="715"/>
          </a:xfrm>
          <a:solidFill>
            <a:schemeClr val="tx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336550" y="334964"/>
            <a:ext cx="11518900" cy="844011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s-ES" dirty="0"/>
              <a:t>Escribe aquí el título principal de la diapositiva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68978"/>
            <a:ext cx="11521678" cy="6300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Escribe aquí el subtítulo de la diapositiva</a:t>
            </a:r>
            <a:endParaRPr lang="en-GB" noProof="1"/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15" hasCustomPrompt="1"/>
          </p:nvPr>
        </p:nvSpPr>
        <p:spPr>
          <a:xfrm>
            <a:off x="335360" y="1988988"/>
            <a:ext cx="11520090" cy="421178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el contenido de la diapositiva</a:t>
            </a:r>
          </a:p>
        </p:txBody>
      </p:sp>
      <p:sp>
        <p:nvSpPr>
          <p:cNvPr id="11" name="Marcador de pie de página 10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s-ES"/>
              <a:t>Pie de página • Edítalo según tus necesidades </a:t>
            </a:r>
            <a:endParaRPr lang="es-ES" dirty="0"/>
          </a:p>
        </p:txBody>
      </p:sp>
      <p:sp>
        <p:nvSpPr>
          <p:cNvPr id="13" name="Marcador de número de diapositiva 12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0646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+Antetítulo - Amazón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5936" y="6539593"/>
            <a:ext cx="759650" cy="90000"/>
            <a:chOff x="820" y="1804"/>
            <a:chExt cx="6035" cy="715"/>
          </a:xfrm>
          <a:solidFill>
            <a:schemeClr val="tx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335936" y="638969"/>
            <a:ext cx="11518900" cy="844011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s-ES" dirty="0"/>
              <a:t>Escribe aquí el título principal de la diapositiva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746" y="1572983"/>
            <a:ext cx="11521678" cy="6300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Escribe aquí el subtítulo de la diapositiva</a:t>
            </a:r>
            <a:endParaRPr lang="en-GB" noProof="1"/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15" hasCustomPrompt="1"/>
          </p:nvPr>
        </p:nvSpPr>
        <p:spPr>
          <a:xfrm>
            <a:off x="334746" y="2292993"/>
            <a:ext cx="11520090" cy="39077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el contenido de la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6" hasCustomPrompt="1"/>
          </p:nvPr>
        </p:nvSpPr>
        <p:spPr>
          <a:xfrm>
            <a:off x="336550" y="334963"/>
            <a:ext cx="5761037" cy="184666"/>
          </a:xfrm>
        </p:spPr>
        <p:txBody>
          <a:bodyPr>
            <a:spAutoFit/>
          </a:bodyPr>
          <a:lstStyle>
            <a:lvl1pPr marL="0" indent="0">
              <a:buNone/>
              <a:defRPr cap="all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1"/>
              <a:t>ESCRIBE  AQUÍ EL ANTETÍTULO</a:t>
            </a:r>
          </a:p>
        </p:txBody>
      </p:sp>
      <p:sp>
        <p:nvSpPr>
          <p:cNvPr id="2" name="Marcador de pie de página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Pie de página • Edítalo según tus necesidades </a:t>
            </a:r>
            <a:endParaRPr lang="es-ES" dirty="0"/>
          </a:p>
        </p:txBody>
      </p:sp>
      <p:sp>
        <p:nvSpPr>
          <p:cNvPr id="13" name="Marcador de número de diapositiva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61054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5936" y="6539593"/>
            <a:ext cx="759650" cy="90000"/>
            <a:chOff x="820" y="1804"/>
            <a:chExt cx="6035" cy="715"/>
          </a:xfrm>
          <a:solidFill>
            <a:schemeClr val="tx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336550" y="334964"/>
            <a:ext cx="11518900" cy="844011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s-ES" dirty="0"/>
              <a:t>Escribe aquí el título principal de la diapositiva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68978"/>
            <a:ext cx="11521678" cy="6300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Escribe aquí el subtítulo de la diapositiva</a:t>
            </a:r>
            <a:endParaRPr lang="en-GB" noProof="1"/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15" hasCustomPrompt="1"/>
          </p:nvPr>
        </p:nvSpPr>
        <p:spPr>
          <a:xfrm>
            <a:off x="335360" y="1988987"/>
            <a:ext cx="11520090" cy="42117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el contenido de la diapositiva</a:t>
            </a:r>
          </a:p>
        </p:txBody>
      </p:sp>
      <p:sp>
        <p:nvSpPr>
          <p:cNvPr id="2" name="Marcador de pie de página 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s-ES"/>
              <a:t>Pie de página • Edítalo según tus necesidades </a:t>
            </a:r>
            <a:endParaRPr lang="es-ES" dirty="0"/>
          </a:p>
        </p:txBody>
      </p:sp>
      <p:sp>
        <p:nvSpPr>
          <p:cNvPr id="11" name="Marcador de número de diapositiva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601598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+Antetítulo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5936" y="6539593"/>
            <a:ext cx="759650" cy="90000"/>
            <a:chOff x="820" y="1804"/>
            <a:chExt cx="6035" cy="715"/>
          </a:xfrm>
          <a:solidFill>
            <a:schemeClr val="tx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335936" y="638969"/>
            <a:ext cx="11518900" cy="844011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s-ES" dirty="0"/>
              <a:t>Escribe aquí el título principal de la diapositiva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746" y="1572983"/>
            <a:ext cx="11521678" cy="6300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Escribe aquí el subtítulo de la diapositiva</a:t>
            </a:r>
            <a:endParaRPr lang="en-GB" noProof="1"/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15" hasCustomPrompt="1"/>
          </p:nvPr>
        </p:nvSpPr>
        <p:spPr>
          <a:xfrm>
            <a:off x="334746" y="2292993"/>
            <a:ext cx="11520090" cy="39077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el contenido de la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6" hasCustomPrompt="1"/>
          </p:nvPr>
        </p:nvSpPr>
        <p:spPr>
          <a:xfrm>
            <a:off x="336550" y="334963"/>
            <a:ext cx="5761037" cy="184666"/>
          </a:xfrm>
        </p:spPr>
        <p:txBody>
          <a:bodyPr>
            <a:spAutoFit/>
          </a:bodyPr>
          <a:lstStyle>
            <a:lvl1pPr marL="0" indent="0">
              <a:buNone/>
              <a:defRPr cap="all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1"/>
              <a:t>ESCRIBE  AQUÍ EL ANTETÍTULO</a:t>
            </a:r>
          </a:p>
        </p:txBody>
      </p:sp>
      <p:sp>
        <p:nvSpPr>
          <p:cNvPr id="2" name="Marcador de pie de página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Pie de página • Edítalo según tus necesidades </a:t>
            </a:r>
            <a:endParaRPr lang="es-ES" dirty="0"/>
          </a:p>
        </p:txBody>
      </p:sp>
      <p:sp>
        <p:nvSpPr>
          <p:cNvPr id="13" name="Marcador de número de diapositiva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28406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5936" y="6539593"/>
            <a:ext cx="759650" cy="90000"/>
            <a:chOff x="820" y="1804"/>
            <a:chExt cx="6035" cy="715"/>
          </a:xfrm>
          <a:solidFill>
            <a:schemeClr val="tx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336550" y="334964"/>
            <a:ext cx="11518900" cy="844011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s-ES" dirty="0"/>
              <a:t>Escribe aquí el título principal de la diapositiva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68978"/>
            <a:ext cx="11521678" cy="6300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Escribe aquí el subtítulo de la diapositiva</a:t>
            </a:r>
            <a:endParaRPr lang="en-GB" noProof="1"/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15" hasCustomPrompt="1"/>
          </p:nvPr>
        </p:nvSpPr>
        <p:spPr>
          <a:xfrm>
            <a:off x="335360" y="1988987"/>
            <a:ext cx="11520090" cy="42117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el contenido de la diapositiva</a:t>
            </a:r>
          </a:p>
        </p:txBody>
      </p:sp>
      <p:sp>
        <p:nvSpPr>
          <p:cNvPr id="2" name="Marcador de pie de página 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s-ES"/>
              <a:t>Pie de página • Edítalo según tus necesidades </a:t>
            </a:r>
            <a:endParaRPr lang="es-ES" dirty="0"/>
          </a:p>
        </p:txBody>
      </p:sp>
      <p:sp>
        <p:nvSpPr>
          <p:cNvPr id="11" name="Marcador de número de diapositiva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78620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+Antetítulo -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5936" y="6539593"/>
            <a:ext cx="759650" cy="90000"/>
            <a:chOff x="820" y="1804"/>
            <a:chExt cx="6035" cy="715"/>
          </a:xfrm>
          <a:solidFill>
            <a:schemeClr val="tx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335936" y="638969"/>
            <a:ext cx="11518900" cy="844011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s-ES" dirty="0"/>
              <a:t>Escribe aquí el título principal de la diapositiva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746" y="1572983"/>
            <a:ext cx="11521678" cy="6300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Escribe aquí el subtítulo de la diapositiva</a:t>
            </a:r>
            <a:endParaRPr lang="en-GB" noProof="1"/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15" hasCustomPrompt="1"/>
          </p:nvPr>
        </p:nvSpPr>
        <p:spPr>
          <a:xfrm>
            <a:off x="334746" y="2292993"/>
            <a:ext cx="11520090" cy="39077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el contenido de la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6" hasCustomPrompt="1"/>
          </p:nvPr>
        </p:nvSpPr>
        <p:spPr>
          <a:xfrm>
            <a:off x="336550" y="334963"/>
            <a:ext cx="5761037" cy="184666"/>
          </a:xfrm>
        </p:spPr>
        <p:txBody>
          <a:bodyPr>
            <a:spAutoFit/>
          </a:bodyPr>
          <a:lstStyle>
            <a:lvl1pPr marL="0" indent="0">
              <a:buNone/>
              <a:defRPr cap="all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1"/>
              <a:t>ESCRIBE  AQUÍ EL ANTETÍTULO</a:t>
            </a:r>
          </a:p>
        </p:txBody>
      </p:sp>
      <p:sp>
        <p:nvSpPr>
          <p:cNvPr id="2" name="Marcador de pie de página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Pie de página • Edítalo según tus necesidades </a:t>
            </a:r>
            <a:endParaRPr lang="es-ES" dirty="0"/>
          </a:p>
        </p:txBody>
      </p:sp>
      <p:sp>
        <p:nvSpPr>
          <p:cNvPr id="13" name="Marcador de número de diapositiva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513855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Blanc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5936" y="6539593"/>
            <a:ext cx="759650" cy="90000"/>
            <a:chOff x="820" y="1804"/>
            <a:chExt cx="6035" cy="715"/>
          </a:xfrm>
          <a:solidFill>
            <a:schemeClr val="tx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336550" y="334964"/>
            <a:ext cx="11518900" cy="844011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s-ES" dirty="0"/>
              <a:t>Escribe aquí el título principal de la diapositiva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68978"/>
            <a:ext cx="11521678" cy="6300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Escribe aquí el subtítulo de la diapositiva</a:t>
            </a:r>
            <a:endParaRPr lang="en-GB" noProof="1"/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15" hasCustomPrompt="1"/>
          </p:nvPr>
        </p:nvSpPr>
        <p:spPr>
          <a:xfrm>
            <a:off x="335360" y="1988987"/>
            <a:ext cx="11520090" cy="42117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el contenido de la diapositiva</a:t>
            </a:r>
          </a:p>
        </p:txBody>
      </p:sp>
      <p:sp>
        <p:nvSpPr>
          <p:cNvPr id="2" name="Marcador de pie de página 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s-ES"/>
              <a:t>Pie de página • Edítalo según tus necesidades </a:t>
            </a:r>
            <a:endParaRPr lang="es-ES" dirty="0"/>
          </a:p>
        </p:txBody>
      </p:sp>
      <p:sp>
        <p:nvSpPr>
          <p:cNvPr id="11" name="Marcador de número de diapositiva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210801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+Antetítulo - Blanc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5936" y="6539593"/>
            <a:ext cx="759650" cy="90000"/>
            <a:chOff x="820" y="1804"/>
            <a:chExt cx="6035" cy="715"/>
          </a:xfrm>
          <a:solidFill>
            <a:schemeClr val="tx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335936" y="638969"/>
            <a:ext cx="11518900" cy="844011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s-ES" dirty="0"/>
              <a:t>Escribe aquí el título principal de la diapositiva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746" y="1572983"/>
            <a:ext cx="11521678" cy="6300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Escribe aquí el subtítulo de la diapositiva</a:t>
            </a:r>
            <a:endParaRPr lang="en-GB" noProof="1"/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15" hasCustomPrompt="1"/>
          </p:nvPr>
        </p:nvSpPr>
        <p:spPr>
          <a:xfrm>
            <a:off x="334746" y="2292993"/>
            <a:ext cx="11520090" cy="390778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el contenido de la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6" hasCustomPrompt="1"/>
          </p:nvPr>
        </p:nvSpPr>
        <p:spPr>
          <a:xfrm>
            <a:off x="336550" y="334963"/>
            <a:ext cx="5761037" cy="184666"/>
          </a:xfrm>
        </p:spPr>
        <p:txBody>
          <a:bodyPr>
            <a:spAutoFit/>
          </a:bodyPr>
          <a:lstStyle>
            <a:lvl1pPr marL="0" indent="0">
              <a:buNone/>
              <a:defRPr cap="all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1"/>
              <a:t>ESCRIBE  AQUÍ EL ANTETÍTULO</a:t>
            </a:r>
          </a:p>
        </p:txBody>
      </p:sp>
      <p:sp>
        <p:nvSpPr>
          <p:cNvPr id="2" name="Marcador de pie de página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Pie de página • Edítalo según tus necesidades </a:t>
            </a:r>
            <a:endParaRPr lang="es-ES" dirty="0"/>
          </a:p>
        </p:txBody>
      </p:sp>
      <p:sp>
        <p:nvSpPr>
          <p:cNvPr id="13" name="Marcador de número de diapositiva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42037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magen - Amazón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5936" y="6539593"/>
            <a:ext cx="759650" cy="90000"/>
            <a:chOff x="820" y="1804"/>
            <a:chExt cx="6035" cy="715"/>
          </a:xfrm>
          <a:solidFill>
            <a:schemeClr val="tx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14" name="Marcador de posición de imagen 13"/>
          <p:cNvSpPr>
            <a:spLocks noGrp="1"/>
          </p:cNvSpPr>
          <p:nvPr>
            <p:ph type="pic" sz="quarter" idx="11" hasCustomPrompt="1"/>
          </p:nvPr>
        </p:nvSpPr>
        <p:spPr>
          <a:xfrm>
            <a:off x="336550" y="334964"/>
            <a:ext cx="11518899" cy="5865810"/>
          </a:xfrm>
          <a:custGeom>
            <a:avLst/>
            <a:gdLst>
              <a:gd name="connsiteX0" fmla="*/ 144000 w 11518899"/>
              <a:gd name="connsiteY0" fmla="*/ 0 h 5865810"/>
              <a:gd name="connsiteX1" fmla="*/ 11374898 w 11518899"/>
              <a:gd name="connsiteY1" fmla="*/ 0 h 5865810"/>
              <a:gd name="connsiteX2" fmla="*/ 11518899 w 11518899"/>
              <a:gd name="connsiteY2" fmla="*/ 144000 h 5865810"/>
              <a:gd name="connsiteX3" fmla="*/ 11518899 w 11518899"/>
              <a:gd name="connsiteY3" fmla="*/ 5721810 h 5865810"/>
              <a:gd name="connsiteX4" fmla="*/ 11374898 w 11518899"/>
              <a:gd name="connsiteY4" fmla="*/ 5865810 h 5865810"/>
              <a:gd name="connsiteX5" fmla="*/ 144000 w 11518899"/>
              <a:gd name="connsiteY5" fmla="*/ 5865810 h 5865810"/>
              <a:gd name="connsiteX6" fmla="*/ 0 w 11518899"/>
              <a:gd name="connsiteY6" fmla="*/ 5721810 h 5865810"/>
              <a:gd name="connsiteX7" fmla="*/ 0 w 11518899"/>
              <a:gd name="connsiteY7" fmla="*/ 144000 h 586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9" h="5865810">
                <a:moveTo>
                  <a:pt x="144000" y="0"/>
                </a:moveTo>
                <a:lnTo>
                  <a:pt x="11374898" y="0"/>
                </a:lnTo>
                <a:lnTo>
                  <a:pt x="11518899" y="144000"/>
                </a:lnTo>
                <a:lnTo>
                  <a:pt x="11518899" y="5721810"/>
                </a:lnTo>
                <a:lnTo>
                  <a:pt x="11374898" y="5865810"/>
                </a:lnTo>
                <a:lnTo>
                  <a:pt x="144000" y="5865810"/>
                </a:lnTo>
                <a:lnTo>
                  <a:pt x="0" y="5721810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  <a:p>
            <a:endParaRPr lang="es-ES" dirty="0"/>
          </a:p>
        </p:txBody>
      </p:sp>
      <p:sp>
        <p:nvSpPr>
          <p:cNvPr id="2" name="Marcador de pie de página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Pie de página • Edítalo según tus necesidades 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5126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magen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5936" y="6539593"/>
            <a:ext cx="759650" cy="90000"/>
            <a:chOff x="820" y="1804"/>
            <a:chExt cx="6035" cy="715"/>
          </a:xfrm>
          <a:solidFill>
            <a:schemeClr val="tx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14" name="Marcador de posición de imagen 13"/>
          <p:cNvSpPr>
            <a:spLocks noGrp="1"/>
          </p:cNvSpPr>
          <p:nvPr>
            <p:ph type="pic" sz="quarter" idx="11" hasCustomPrompt="1"/>
          </p:nvPr>
        </p:nvSpPr>
        <p:spPr>
          <a:xfrm>
            <a:off x="336550" y="334964"/>
            <a:ext cx="11518899" cy="5865810"/>
          </a:xfrm>
          <a:custGeom>
            <a:avLst/>
            <a:gdLst>
              <a:gd name="connsiteX0" fmla="*/ 144000 w 11518899"/>
              <a:gd name="connsiteY0" fmla="*/ 0 h 5865810"/>
              <a:gd name="connsiteX1" fmla="*/ 11374898 w 11518899"/>
              <a:gd name="connsiteY1" fmla="*/ 0 h 5865810"/>
              <a:gd name="connsiteX2" fmla="*/ 11518899 w 11518899"/>
              <a:gd name="connsiteY2" fmla="*/ 144000 h 5865810"/>
              <a:gd name="connsiteX3" fmla="*/ 11518899 w 11518899"/>
              <a:gd name="connsiteY3" fmla="*/ 5721810 h 5865810"/>
              <a:gd name="connsiteX4" fmla="*/ 11374898 w 11518899"/>
              <a:gd name="connsiteY4" fmla="*/ 5865810 h 5865810"/>
              <a:gd name="connsiteX5" fmla="*/ 144000 w 11518899"/>
              <a:gd name="connsiteY5" fmla="*/ 5865810 h 5865810"/>
              <a:gd name="connsiteX6" fmla="*/ 0 w 11518899"/>
              <a:gd name="connsiteY6" fmla="*/ 5721810 h 5865810"/>
              <a:gd name="connsiteX7" fmla="*/ 0 w 11518899"/>
              <a:gd name="connsiteY7" fmla="*/ 144000 h 586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9" h="5865810">
                <a:moveTo>
                  <a:pt x="144000" y="0"/>
                </a:moveTo>
                <a:lnTo>
                  <a:pt x="11374898" y="0"/>
                </a:lnTo>
                <a:lnTo>
                  <a:pt x="11518899" y="144000"/>
                </a:lnTo>
                <a:lnTo>
                  <a:pt x="11518899" y="5721810"/>
                </a:lnTo>
                <a:lnTo>
                  <a:pt x="11374898" y="5865810"/>
                </a:lnTo>
                <a:lnTo>
                  <a:pt x="144000" y="5865810"/>
                </a:lnTo>
                <a:lnTo>
                  <a:pt x="0" y="5721810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  <a:p>
            <a:endParaRPr lang="es-ES" dirty="0"/>
          </a:p>
        </p:txBody>
      </p:sp>
      <p:sp>
        <p:nvSpPr>
          <p:cNvPr id="2" name="Marcador de pie de página 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Pie de página • Edítalo según tus necesidades 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024897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5936" y="6539593"/>
            <a:ext cx="759650" cy="90000"/>
            <a:chOff x="820" y="1804"/>
            <a:chExt cx="6035" cy="715"/>
          </a:xfrm>
          <a:solidFill>
            <a:schemeClr val="tx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2" name="Marcador de pie de página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Pie de página • Edítalo según tus necesidades </a:t>
            </a:r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854512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+Full-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posición de imagen 10"/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12192000" cy="6858000"/>
          </a:xfr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5936" y="6539593"/>
            <a:ext cx="759650" cy="90000"/>
            <a:chOff x="820" y="1804"/>
            <a:chExt cx="6035" cy="715"/>
          </a:xfrm>
          <a:solidFill>
            <a:schemeClr val="tx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336550" y="334964"/>
            <a:ext cx="11518900" cy="844011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s-ES" dirty="0"/>
              <a:t>Escribe aquí el título principal de la diapositiva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68978"/>
            <a:ext cx="11521678" cy="6300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Escribe aquí el subtítulo de la diapositiva</a:t>
            </a:r>
            <a:endParaRPr lang="en-GB" noProof="1"/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15" hasCustomPrompt="1"/>
          </p:nvPr>
        </p:nvSpPr>
        <p:spPr>
          <a:xfrm>
            <a:off x="335360" y="1988987"/>
            <a:ext cx="11520090" cy="42117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el contenido de la diapositiva</a:t>
            </a:r>
          </a:p>
        </p:txBody>
      </p:sp>
      <p:sp>
        <p:nvSpPr>
          <p:cNvPr id="2" name="Marcador de pie de página 1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Pie de página • Edítalo según tus necesidades </a:t>
            </a:r>
            <a:endParaRPr lang="es-ES" dirty="0"/>
          </a:p>
        </p:txBody>
      </p:sp>
      <p:sp>
        <p:nvSpPr>
          <p:cNvPr id="13" name="Marcador de número de diapositiva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54082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dea Principal - Amazón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5936" y="6539593"/>
            <a:ext cx="759650" cy="90000"/>
            <a:chOff x="820" y="1804"/>
            <a:chExt cx="6035" cy="715"/>
          </a:xfrm>
          <a:solidFill>
            <a:schemeClr val="tx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1794485" y="2650420"/>
            <a:ext cx="8621563" cy="837152"/>
          </a:xfrm>
        </p:spPr>
        <p:txBody>
          <a:bodyPr anchor="ctr" anchorCtr="0">
            <a:spAutoFit/>
          </a:bodyPr>
          <a:lstStyle>
            <a:lvl1pPr>
              <a:defRPr baseline="0"/>
            </a:lvl1pPr>
          </a:lstStyle>
          <a:p>
            <a:r>
              <a:rPr lang="es-ES" dirty="0"/>
              <a:t>Escribe aquí </a:t>
            </a:r>
            <a:r>
              <a:rPr lang="es-ES" noProof="1"/>
              <a:t>un texto destacado o una idea principal</a:t>
            </a:r>
            <a:endParaRPr lang="es-ES" dirty="0"/>
          </a:p>
        </p:txBody>
      </p:sp>
      <p:sp>
        <p:nvSpPr>
          <p:cNvPr id="11" name="ChaflanFigura_5"/>
          <p:cNvSpPr/>
          <p:nvPr userDrawn="1"/>
        </p:nvSpPr>
        <p:spPr>
          <a:xfrm>
            <a:off x="336550" y="334963"/>
            <a:ext cx="11518900" cy="5865812"/>
          </a:xfrm>
          <a:custGeom>
            <a:avLst/>
            <a:gdLst/>
            <a:ahLst/>
            <a:cxnLst/>
            <a:rect l="0" t="0" r="0" b="0"/>
            <a:pathLst>
              <a:path w="11518901" h="5865813">
                <a:moveTo>
                  <a:pt x="144000" y="0"/>
                </a:moveTo>
                <a:lnTo>
                  <a:pt x="11374899" y="0"/>
                </a:lnTo>
                <a:lnTo>
                  <a:pt x="11518900" y="144000"/>
                </a:lnTo>
                <a:lnTo>
                  <a:pt x="11518900" y="5721812"/>
                </a:lnTo>
                <a:lnTo>
                  <a:pt x="11374899" y="5865812"/>
                </a:lnTo>
                <a:lnTo>
                  <a:pt x="144000" y="5865812"/>
                </a:lnTo>
                <a:lnTo>
                  <a:pt x="0" y="5721812"/>
                </a:lnTo>
                <a:lnTo>
                  <a:pt x="0" y="144000"/>
                </a:lnTo>
                <a:close/>
              </a:path>
            </a:pathLst>
          </a:cu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/>
          </a:p>
        </p:txBody>
      </p:sp>
      <p:sp>
        <p:nvSpPr>
          <p:cNvPr id="2" name="Marcador de pie de página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Pie de página • Edítalo según tus necesidades </a:t>
            </a:r>
            <a:endParaRPr lang="es-ES" dirty="0"/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34467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dea Principal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5936" y="6539593"/>
            <a:ext cx="759650" cy="90000"/>
            <a:chOff x="820" y="1804"/>
            <a:chExt cx="6035" cy="715"/>
          </a:xfrm>
          <a:solidFill>
            <a:schemeClr val="tx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1794485" y="2650420"/>
            <a:ext cx="8621563" cy="837152"/>
          </a:xfrm>
        </p:spPr>
        <p:txBody>
          <a:bodyPr anchor="ctr" anchorCtr="0">
            <a:spAutoFit/>
          </a:bodyPr>
          <a:lstStyle>
            <a:lvl1pPr>
              <a:defRPr baseline="0"/>
            </a:lvl1pPr>
          </a:lstStyle>
          <a:p>
            <a:r>
              <a:rPr lang="es-ES" dirty="0"/>
              <a:t>Escribe aquí </a:t>
            </a:r>
            <a:r>
              <a:rPr lang="es-ES" noProof="1"/>
              <a:t>un texto destacado o una idea principal</a:t>
            </a:r>
            <a:endParaRPr lang="es-ES" dirty="0"/>
          </a:p>
        </p:txBody>
      </p:sp>
      <p:sp>
        <p:nvSpPr>
          <p:cNvPr id="11" name="ChaflanFigura_5"/>
          <p:cNvSpPr/>
          <p:nvPr userDrawn="1"/>
        </p:nvSpPr>
        <p:spPr>
          <a:xfrm>
            <a:off x="336550" y="334963"/>
            <a:ext cx="11518900" cy="5865812"/>
          </a:xfrm>
          <a:custGeom>
            <a:avLst/>
            <a:gdLst/>
            <a:ahLst/>
            <a:cxnLst/>
            <a:rect l="0" t="0" r="0" b="0"/>
            <a:pathLst>
              <a:path w="11518901" h="5865813">
                <a:moveTo>
                  <a:pt x="144000" y="0"/>
                </a:moveTo>
                <a:lnTo>
                  <a:pt x="11374899" y="0"/>
                </a:lnTo>
                <a:lnTo>
                  <a:pt x="11518900" y="144000"/>
                </a:lnTo>
                <a:lnTo>
                  <a:pt x="11518900" y="5721812"/>
                </a:lnTo>
                <a:lnTo>
                  <a:pt x="11374899" y="5865812"/>
                </a:lnTo>
                <a:lnTo>
                  <a:pt x="144000" y="5865812"/>
                </a:lnTo>
                <a:lnTo>
                  <a:pt x="0" y="5721812"/>
                </a:lnTo>
                <a:lnTo>
                  <a:pt x="0" y="144000"/>
                </a:lnTo>
                <a:close/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/>
          </a:p>
        </p:txBody>
      </p:sp>
      <p:sp>
        <p:nvSpPr>
          <p:cNvPr id="2" name="Marcador de pie de página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Pie de página • Edítalo según tus necesidades </a:t>
            </a:r>
            <a:endParaRPr lang="es-ES" dirty="0"/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77041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Amazón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44543" y="3215744"/>
            <a:ext cx="1800000" cy="213256"/>
            <a:chOff x="820" y="1804"/>
            <a:chExt cx="6035" cy="715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cxnSp>
        <p:nvCxnSpPr>
          <p:cNvPr id="17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>
            <a:off x="9695426" y="0"/>
            <a:ext cx="0" cy="345600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9874814" y="3133865"/>
            <a:ext cx="198063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chemeClr val="tx1"/>
                </a:solidFill>
                <a:cs typeface="Trebuchet MS"/>
              </a:rPr>
              <a:t>Tech for 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trust</a:t>
            </a:r>
          </a:p>
        </p:txBody>
      </p:sp>
    </p:spTree>
    <p:extLst>
      <p:ext uri="{BB962C8B-B14F-4D97-AF65-F5344CB8AC3E}">
        <p14:creationId xmlns:p14="http://schemas.microsoft.com/office/powerpoint/2010/main" val="3570062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44543" y="3215744"/>
            <a:ext cx="1800000" cy="213256"/>
            <a:chOff x="820" y="1804"/>
            <a:chExt cx="6035" cy="715"/>
          </a:xfrm>
          <a:solidFill>
            <a:schemeClr val="tx1"/>
          </a:solidFill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cxnSp>
        <p:nvCxnSpPr>
          <p:cNvPr id="17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>
            <a:off x="9695426" y="0"/>
            <a:ext cx="0" cy="3456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9874814" y="3133865"/>
            <a:ext cx="198063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chemeClr val="tx1"/>
                </a:solidFill>
                <a:cs typeface="Trebuchet MS"/>
              </a:rPr>
              <a:t>Tech</a:t>
            </a:r>
            <a:r>
              <a:rPr lang="en-GB" sz="2400" noProof="1">
                <a:solidFill>
                  <a:srgbClr val="FFFFFF"/>
                </a:solidFill>
                <a:cs typeface="Trebuchet MS"/>
              </a:rPr>
              <a:t> </a:t>
            </a:r>
            <a:r>
              <a:rPr lang="en-GB" sz="2400" noProof="1">
                <a:solidFill>
                  <a:schemeClr val="tx1"/>
                </a:solidFill>
                <a:cs typeface="Trebuchet MS"/>
              </a:rPr>
              <a:t>for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 trust</a:t>
            </a:r>
          </a:p>
        </p:txBody>
      </p:sp>
    </p:spTree>
    <p:extLst>
      <p:ext uri="{BB962C8B-B14F-4D97-AF65-F5344CB8AC3E}">
        <p14:creationId xmlns:p14="http://schemas.microsoft.com/office/powerpoint/2010/main" val="22870500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Datos - Amazón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4963" y="334963"/>
            <a:ext cx="1800000" cy="213256"/>
            <a:chOff x="820" y="1804"/>
            <a:chExt cx="6035" cy="715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cxnSp>
        <p:nvCxnSpPr>
          <p:cNvPr id="17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4149009"/>
            <a:ext cx="321568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334963" y="3429000"/>
            <a:ext cx="198063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rgbClr val="FFFFFF"/>
                </a:solidFill>
                <a:cs typeface="Trebuchet MS"/>
              </a:rPr>
              <a:t>Tech </a:t>
            </a:r>
            <a:r>
              <a:rPr lang="en-GB" sz="2400" noProof="1">
                <a:solidFill>
                  <a:schemeClr val="tx1"/>
                </a:solidFill>
                <a:cs typeface="Trebuchet MS"/>
              </a:rPr>
              <a:t>for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 trust</a:t>
            </a:r>
          </a:p>
        </p:txBody>
      </p:sp>
      <p:sp>
        <p:nvSpPr>
          <p:cNvPr id="10" name="Marcador de texto 2"/>
          <p:cNvSpPr>
            <a:spLocks noGrp="1"/>
          </p:cNvSpPr>
          <p:nvPr>
            <p:ph type="body" sz="quarter" idx="10" hasCustomPrompt="1"/>
          </p:nvPr>
        </p:nvSpPr>
        <p:spPr>
          <a:xfrm>
            <a:off x="352122" y="4581127"/>
            <a:ext cx="2863557" cy="1619647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Avenida De Bruselas, 35, Alcobendas, Madrid, 28108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T. (+34) 914 805 002 </a:t>
            </a:r>
            <a:br>
              <a:rPr lang="en-GB" sz="1200" noProof="1"/>
            </a:br>
            <a:r>
              <a:rPr lang="en-GB" sz="1200" noProof="1"/>
              <a:t>F. (+34) 914 805 080</a:t>
            </a:r>
          </a:p>
        </p:txBody>
      </p:sp>
    </p:spTree>
    <p:extLst>
      <p:ext uri="{BB962C8B-B14F-4D97-AF65-F5344CB8AC3E}">
        <p14:creationId xmlns:p14="http://schemas.microsoft.com/office/powerpoint/2010/main" val="267471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Datos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4963" y="334963"/>
            <a:ext cx="1800000" cy="213256"/>
            <a:chOff x="820" y="1804"/>
            <a:chExt cx="6035" cy="715"/>
          </a:xfrm>
          <a:solidFill>
            <a:schemeClr val="tx1"/>
          </a:solidFill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cxnSp>
        <p:nvCxnSpPr>
          <p:cNvPr id="17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4149009"/>
            <a:ext cx="3215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334963" y="3429000"/>
            <a:ext cx="198063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chemeClr val="tx1"/>
                </a:solidFill>
                <a:cs typeface="Trebuchet MS"/>
              </a:rPr>
              <a:t>Tech for 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trust</a:t>
            </a:r>
          </a:p>
        </p:txBody>
      </p:sp>
      <p:sp>
        <p:nvSpPr>
          <p:cNvPr id="10" name="Marcador de texto 2"/>
          <p:cNvSpPr>
            <a:spLocks noGrp="1"/>
          </p:cNvSpPr>
          <p:nvPr>
            <p:ph type="body" sz="quarter" idx="10" hasCustomPrompt="1"/>
          </p:nvPr>
        </p:nvSpPr>
        <p:spPr>
          <a:xfrm>
            <a:off x="352122" y="4581127"/>
            <a:ext cx="2863557" cy="1619647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Avenida De Bruselas, 35, Alcobendas, Madrid, 28108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T. (+34) 914 805 002 </a:t>
            </a:r>
            <a:br>
              <a:rPr lang="en-GB" sz="1200" noProof="1"/>
            </a:br>
            <a:r>
              <a:rPr lang="en-GB" sz="1200" noProof="1"/>
              <a:t>F. (+34) 914 805 080</a:t>
            </a:r>
          </a:p>
        </p:txBody>
      </p:sp>
    </p:spTree>
    <p:extLst>
      <p:ext uri="{BB962C8B-B14F-4D97-AF65-F5344CB8AC3E}">
        <p14:creationId xmlns:p14="http://schemas.microsoft.com/office/powerpoint/2010/main" val="24934160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Amazónico -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016000" y="3168013"/>
            <a:ext cx="2160000" cy="255907"/>
            <a:chOff x="820" y="1804"/>
            <a:chExt cx="6035" cy="715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731992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Cerámica - LOG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4">
            <a:extLst>
              <a:ext uri="{FF2B5EF4-FFF2-40B4-BE49-F238E27FC236}">
                <a16:creationId xmlns:a16="http://schemas.microsoft.com/office/drawing/2014/main" id="{6E75C400-517B-385E-0375-0175BBAE080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5016000" y="3168013"/>
            <a:ext cx="2160000" cy="255907"/>
            <a:chOff x="820" y="1804"/>
            <a:chExt cx="6035" cy="715"/>
          </a:xfrm>
          <a:solidFill>
            <a:schemeClr val="tx1"/>
          </a:solidFill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5628D77-4AE4-293F-DB70-6719C46BA65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DA3C5A8F-60D0-2BA3-8A3D-AA9B67911BC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8F0D6D52-911E-5537-9482-A4E670E3023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761095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Gris Cerámic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11521678" cy="87312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/>
              <a:t>INDRA • Nombre del documento • dd/mm/aaaa</a:t>
            </a:r>
            <a:endParaRPr lang="es-ES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59" y="1496513"/>
            <a:ext cx="11521679" cy="5197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la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0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152561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Subtítulo Sup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088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/>
              <a:t>INDRA • Nombre del documento • dd/mm/aaaa</a:t>
            </a:r>
            <a:endParaRPr lang="es-ES"/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3" y="2250332"/>
            <a:ext cx="5501634" cy="3586588"/>
          </a:xfrm>
        </p:spPr>
        <p:txBody>
          <a:bodyPr/>
          <a:lstStyle>
            <a:lvl1pPr marL="0" indent="0">
              <a:buNone/>
              <a:defRPr sz="1300"/>
            </a:lvl1pPr>
            <a:lvl2pPr marL="216000" indent="0">
              <a:buNone/>
              <a:defRPr sz="1300"/>
            </a:lvl2pPr>
            <a:lvl3pPr marL="432000" indent="0">
              <a:buNone/>
              <a:defRPr sz="1300"/>
            </a:lvl3pPr>
            <a:lvl4pPr marL="648000" indent="0">
              <a:buNone/>
              <a:defRPr sz="1300"/>
            </a:lvl4pPr>
            <a:lvl5pPr marL="864000" indent="0">
              <a:buNone/>
              <a:defRPr sz="1300"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4"/>
            <a:ext cx="5649040" cy="73088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0"/>
            <a:ext cx="0" cy="128016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934187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Azul Amazónic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/>
              <a:t>INDRA • Nombre del documento • dd/mm/aaaa</a:t>
            </a:r>
            <a:endParaRPr lang="es-ES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0129191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ul Amazónico + Subtítulo Superio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/>
              <a:t>INDRA • Nombre del documento • dd/mm/aaaa</a:t>
            </a:r>
            <a:endParaRPr lang="es-ES"/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3" y="2250332"/>
            <a:ext cx="5501634" cy="3586588"/>
          </a:xfrm>
        </p:spPr>
        <p:txBody>
          <a:bodyPr/>
          <a:lstStyle>
            <a:lvl1pPr marL="0" indent="0">
              <a:buNone/>
              <a:defRPr sz="1300"/>
            </a:lvl1pPr>
            <a:lvl2pPr marL="216000" indent="0">
              <a:buNone/>
              <a:defRPr sz="1300"/>
            </a:lvl2pPr>
            <a:lvl3pPr marL="432000" indent="0">
              <a:buNone/>
              <a:defRPr sz="1300"/>
            </a:lvl3pPr>
            <a:lvl4pPr marL="648000" indent="0">
              <a:buNone/>
              <a:defRPr sz="1300"/>
            </a:lvl4pPr>
            <a:lvl5pPr marL="864000" indent="0">
              <a:buNone/>
              <a:defRPr sz="1300"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5001105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Base - Azul Oscur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/>
              <a:t>INDRA • Nombre del documento • dd/mm/aaaa</a:t>
            </a:r>
            <a:endParaRPr lang="es-ES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8214878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ul Oscuro + Subtítulo Superio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6"/>
            <a:ext cx="5501237" cy="732323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Título estándar para diapositiva base</a:t>
            </a: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it-IT"/>
              <a:t>INDRA • Nombre del documento • dd/mm/aaaa</a:t>
            </a:r>
            <a:endParaRPr lang="es-ES"/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3" y="2250332"/>
            <a:ext cx="5501634" cy="3586588"/>
          </a:xfrm>
        </p:spPr>
        <p:txBody>
          <a:bodyPr/>
          <a:lstStyle>
            <a:lvl1pPr marL="0" indent="0">
              <a:buNone/>
              <a:defRPr sz="1300"/>
            </a:lvl1pPr>
            <a:lvl2pPr marL="216000" indent="0">
              <a:buNone/>
              <a:defRPr sz="1300"/>
            </a:lvl2pPr>
            <a:lvl3pPr marL="432000" indent="0">
              <a:buNone/>
              <a:defRPr sz="1300"/>
            </a:lvl3pPr>
            <a:lvl4pPr marL="648000" indent="0">
              <a:buNone/>
              <a:defRPr sz="1300"/>
            </a:lvl4pPr>
            <a:lvl5pPr marL="864000" indent="0">
              <a:buNone/>
              <a:defRPr sz="1300"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5501237" cy="16927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07600" y="549275"/>
            <a:ext cx="5649040" cy="732324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95416989-4658-652B-A6F7-145BFB90D09B}"/>
              </a:ext>
            </a:extLst>
          </p:cNvPr>
          <p:cNvCxnSpPr/>
          <p:nvPr userDrawn="1"/>
        </p:nvCxnSpPr>
        <p:spPr>
          <a:xfrm>
            <a:off x="6096000" y="-1"/>
            <a:ext cx="0" cy="12816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7140055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zul Amazónico + Full Imag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398EFEC9-7E55-09BE-B2A3-FFD158C6D67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48328" y="6345927"/>
            <a:ext cx="1508312" cy="178698"/>
            <a:chOff x="820" y="1804"/>
            <a:chExt cx="6035" cy="715"/>
          </a:xfrm>
          <a:solidFill>
            <a:schemeClr val="tx1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1514DC9B-83BA-04E8-D03B-DCDE758FD3D9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3C80EE10-E1E2-5368-A3FF-FD5075BA60F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F2E38927-2606-97B5-2D0B-14534D3098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/>
              <a:t>INDRA • Nombre del documento • dd/mm/aaaa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09159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s Cerámica + Full Imag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8945F7-44C2-5054-86AD-347769EFB52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35360" y="346274"/>
            <a:ext cx="11521678" cy="5760840"/>
          </a:xfrm>
          <a:prstGeom prst="snip2DiagRect">
            <a:avLst>
              <a:gd name="adj1" fmla="val 2160"/>
              <a:gd name="adj2" fmla="val 2121"/>
            </a:avLst>
          </a:prstGeo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398EFEC9-7E55-09BE-B2A3-FFD158C6D67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48328" y="6345927"/>
            <a:ext cx="1508312" cy="178698"/>
            <a:chOff x="820" y="1804"/>
            <a:chExt cx="6035" cy="715"/>
          </a:xfrm>
          <a:solidFill>
            <a:schemeClr val="tx1"/>
          </a:solidFill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1514DC9B-83BA-04E8-D03B-DCDE758FD3D9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2215"/>
              <a:ext cx="1332" cy="304"/>
            </a:xfrm>
            <a:custGeom>
              <a:avLst/>
              <a:gdLst>
                <a:gd name="T0" fmla="*/ 0 w 1336"/>
                <a:gd name="T1" fmla="*/ 293 h 304"/>
                <a:gd name="T2" fmla="*/ 39 w 1336"/>
                <a:gd name="T3" fmla="*/ 304 h 304"/>
                <a:gd name="T4" fmla="*/ 668 w 1336"/>
                <a:gd name="T5" fmla="*/ 147 h 304"/>
                <a:gd name="T6" fmla="*/ 1297 w 1336"/>
                <a:gd name="T7" fmla="*/ 304 h 304"/>
                <a:gd name="T8" fmla="*/ 1336 w 1336"/>
                <a:gd name="T9" fmla="*/ 293 h 304"/>
                <a:gd name="T10" fmla="*/ 668 w 1336"/>
                <a:gd name="T11" fmla="*/ 0 h 304"/>
                <a:gd name="T12" fmla="*/ 0 w 1336"/>
                <a:gd name="T13" fmla="*/ 293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0" y="293"/>
                  </a:moveTo>
                  <a:cubicBezTo>
                    <a:pt x="39" y="304"/>
                    <a:pt x="39" y="304"/>
                    <a:pt x="39" y="304"/>
                  </a:cubicBezTo>
                  <a:cubicBezTo>
                    <a:pt x="39" y="304"/>
                    <a:pt x="521" y="157"/>
                    <a:pt x="668" y="147"/>
                  </a:cubicBezTo>
                  <a:cubicBezTo>
                    <a:pt x="815" y="157"/>
                    <a:pt x="1297" y="304"/>
                    <a:pt x="1297" y="304"/>
                  </a:cubicBezTo>
                  <a:cubicBezTo>
                    <a:pt x="1336" y="293"/>
                    <a:pt x="1336" y="293"/>
                    <a:pt x="1336" y="293"/>
                  </a:cubicBezTo>
                  <a:cubicBezTo>
                    <a:pt x="1336" y="293"/>
                    <a:pt x="917" y="5"/>
                    <a:pt x="668" y="0"/>
                  </a:cubicBezTo>
                  <a:cubicBezTo>
                    <a:pt x="419" y="5"/>
                    <a:pt x="0" y="293"/>
                    <a:pt x="0" y="29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3C80EE10-E1E2-5368-A3FF-FD5075BA60F4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804"/>
              <a:ext cx="1332" cy="304"/>
            </a:xfrm>
            <a:custGeom>
              <a:avLst/>
              <a:gdLst>
                <a:gd name="T0" fmla="*/ 1336 w 1336"/>
                <a:gd name="T1" fmla="*/ 11 h 304"/>
                <a:gd name="T2" fmla="*/ 1297 w 1336"/>
                <a:gd name="T3" fmla="*/ 0 h 304"/>
                <a:gd name="T4" fmla="*/ 668 w 1336"/>
                <a:gd name="T5" fmla="*/ 157 h 304"/>
                <a:gd name="T6" fmla="*/ 39 w 1336"/>
                <a:gd name="T7" fmla="*/ 0 h 304"/>
                <a:gd name="T8" fmla="*/ 0 w 1336"/>
                <a:gd name="T9" fmla="*/ 11 h 304"/>
                <a:gd name="T10" fmla="*/ 668 w 1336"/>
                <a:gd name="T11" fmla="*/ 304 h 304"/>
                <a:gd name="T12" fmla="*/ 1336 w 1336"/>
                <a:gd name="T13" fmla="*/ 11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36" h="304">
                  <a:moveTo>
                    <a:pt x="1336" y="11"/>
                  </a:moveTo>
                  <a:cubicBezTo>
                    <a:pt x="1297" y="0"/>
                    <a:pt x="1297" y="0"/>
                    <a:pt x="1297" y="0"/>
                  </a:cubicBezTo>
                  <a:cubicBezTo>
                    <a:pt x="1297" y="0"/>
                    <a:pt x="815" y="147"/>
                    <a:pt x="668" y="157"/>
                  </a:cubicBezTo>
                  <a:cubicBezTo>
                    <a:pt x="521" y="147"/>
                    <a:pt x="39" y="0"/>
                    <a:pt x="39" y="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419" y="299"/>
                    <a:pt x="668" y="304"/>
                  </a:cubicBezTo>
                  <a:cubicBezTo>
                    <a:pt x="917" y="299"/>
                    <a:pt x="1336" y="11"/>
                    <a:pt x="1336" y="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F2E38927-2606-97B5-2D0B-14534D3098B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497" y="1839"/>
              <a:ext cx="4358" cy="644"/>
            </a:xfrm>
            <a:custGeom>
              <a:avLst/>
              <a:gdLst>
                <a:gd name="T0" fmla="*/ 172 w 4370"/>
                <a:gd name="T1" fmla="*/ 0 h 645"/>
                <a:gd name="T2" fmla="*/ 0 w 4370"/>
                <a:gd name="T3" fmla="*/ 645 h 645"/>
                <a:gd name="T4" fmla="*/ 375 w 4370"/>
                <a:gd name="T5" fmla="*/ 0 h 645"/>
                <a:gd name="T6" fmla="*/ 1018 w 4370"/>
                <a:gd name="T7" fmla="*/ 501 h 645"/>
                <a:gd name="T8" fmla="*/ 1055 w 4370"/>
                <a:gd name="T9" fmla="*/ 0 h 645"/>
                <a:gd name="T10" fmla="*/ 1226 w 4370"/>
                <a:gd name="T11" fmla="*/ 645 h 645"/>
                <a:gd name="T12" fmla="*/ 583 w 4370"/>
                <a:gd name="T13" fmla="*/ 143 h 645"/>
                <a:gd name="T14" fmla="*/ 546 w 4370"/>
                <a:gd name="T15" fmla="*/ 645 h 645"/>
                <a:gd name="T16" fmla="*/ 375 w 4370"/>
                <a:gd name="T17" fmla="*/ 0 h 645"/>
                <a:gd name="T18" fmla="*/ 1926 w 4370"/>
                <a:gd name="T19" fmla="*/ 0 h 645"/>
                <a:gd name="T20" fmla="*/ 1926 w 4370"/>
                <a:gd name="T21" fmla="*/ 645 h 645"/>
                <a:gd name="T22" fmla="*/ 1429 w 4370"/>
                <a:gd name="T23" fmla="*/ 0 h 645"/>
                <a:gd name="T24" fmla="*/ 1926 w 4370"/>
                <a:gd name="T25" fmla="*/ 143 h 645"/>
                <a:gd name="T26" fmla="*/ 1601 w 4370"/>
                <a:gd name="T27" fmla="*/ 501 h 645"/>
                <a:gd name="T28" fmla="*/ 2105 w 4370"/>
                <a:gd name="T29" fmla="*/ 322 h 645"/>
                <a:gd name="T30" fmla="*/ 2979 w 4370"/>
                <a:gd name="T31" fmla="*/ 0 h 645"/>
                <a:gd name="T32" fmla="*/ 3107 w 4370"/>
                <a:gd name="T33" fmla="*/ 444 h 645"/>
                <a:gd name="T34" fmla="*/ 3265 w 4370"/>
                <a:gd name="T35" fmla="*/ 641 h 645"/>
                <a:gd name="T36" fmla="*/ 3068 w 4370"/>
                <a:gd name="T37" fmla="*/ 645 h 645"/>
                <a:gd name="T38" fmla="*/ 2591 w 4370"/>
                <a:gd name="T39" fmla="*/ 463 h 645"/>
                <a:gd name="T40" fmla="*/ 2420 w 4370"/>
                <a:gd name="T41" fmla="*/ 645 h 645"/>
                <a:gd name="T42" fmla="*/ 3086 w 4370"/>
                <a:gd name="T43" fmla="*/ 231 h 645"/>
                <a:gd name="T44" fmla="*/ 2591 w 4370"/>
                <a:gd name="T45" fmla="*/ 143 h 645"/>
                <a:gd name="T46" fmla="*/ 2979 w 4370"/>
                <a:gd name="T47" fmla="*/ 319 h 645"/>
                <a:gd name="T48" fmla="*/ 3358 w 4370"/>
                <a:gd name="T49" fmla="*/ 641 h 645"/>
                <a:gd name="T50" fmla="*/ 3986 w 4370"/>
                <a:gd name="T51" fmla="*/ 0 h 645"/>
                <a:gd name="T52" fmla="*/ 4370 w 4370"/>
                <a:gd name="T53" fmla="*/ 645 h 645"/>
                <a:gd name="T54" fmla="*/ 4110 w 4370"/>
                <a:gd name="T55" fmla="*/ 525 h 645"/>
                <a:gd name="T56" fmla="*/ 3549 w 4370"/>
                <a:gd name="T57" fmla="*/ 645 h 645"/>
                <a:gd name="T58" fmla="*/ 3358 w 4370"/>
                <a:gd name="T59" fmla="*/ 641 h 645"/>
                <a:gd name="T60" fmla="*/ 3892 w 4370"/>
                <a:gd name="T61" fmla="*/ 143 h 645"/>
                <a:gd name="T62" fmla="*/ 3700 w 4370"/>
                <a:gd name="T63" fmla="*/ 381 h 6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4370" h="645">
                  <a:moveTo>
                    <a:pt x="0" y="0"/>
                  </a:moveTo>
                  <a:cubicBezTo>
                    <a:pt x="172" y="0"/>
                    <a:pt x="172" y="0"/>
                    <a:pt x="172" y="0"/>
                  </a:cubicBezTo>
                  <a:cubicBezTo>
                    <a:pt x="172" y="645"/>
                    <a:pt x="172" y="645"/>
                    <a:pt x="172" y="645"/>
                  </a:cubicBezTo>
                  <a:cubicBezTo>
                    <a:pt x="0" y="645"/>
                    <a:pt x="0" y="645"/>
                    <a:pt x="0" y="645"/>
                  </a:cubicBezTo>
                  <a:lnTo>
                    <a:pt x="0" y="0"/>
                  </a:lnTo>
                  <a:close/>
                  <a:moveTo>
                    <a:pt x="375" y="0"/>
                  </a:moveTo>
                  <a:cubicBezTo>
                    <a:pt x="682" y="0"/>
                    <a:pt x="682" y="0"/>
                    <a:pt x="682" y="0"/>
                  </a:cubicBezTo>
                  <a:cubicBezTo>
                    <a:pt x="1018" y="501"/>
                    <a:pt x="1018" y="501"/>
                    <a:pt x="1018" y="501"/>
                  </a:cubicBezTo>
                  <a:cubicBezTo>
                    <a:pt x="1055" y="501"/>
                    <a:pt x="1055" y="501"/>
                    <a:pt x="1055" y="501"/>
                  </a:cubicBezTo>
                  <a:cubicBezTo>
                    <a:pt x="1055" y="0"/>
                    <a:pt x="1055" y="0"/>
                    <a:pt x="1055" y="0"/>
                  </a:cubicBezTo>
                  <a:cubicBezTo>
                    <a:pt x="1226" y="0"/>
                    <a:pt x="1226" y="0"/>
                    <a:pt x="1226" y="0"/>
                  </a:cubicBezTo>
                  <a:cubicBezTo>
                    <a:pt x="1226" y="645"/>
                    <a:pt x="1226" y="645"/>
                    <a:pt x="1226" y="645"/>
                  </a:cubicBezTo>
                  <a:cubicBezTo>
                    <a:pt x="919" y="645"/>
                    <a:pt x="919" y="645"/>
                    <a:pt x="919" y="645"/>
                  </a:cubicBezTo>
                  <a:cubicBezTo>
                    <a:pt x="583" y="143"/>
                    <a:pt x="583" y="143"/>
                    <a:pt x="583" y="143"/>
                  </a:cubicBezTo>
                  <a:cubicBezTo>
                    <a:pt x="546" y="143"/>
                    <a:pt x="546" y="143"/>
                    <a:pt x="546" y="143"/>
                  </a:cubicBezTo>
                  <a:cubicBezTo>
                    <a:pt x="546" y="645"/>
                    <a:pt x="546" y="645"/>
                    <a:pt x="546" y="645"/>
                  </a:cubicBezTo>
                  <a:cubicBezTo>
                    <a:pt x="375" y="645"/>
                    <a:pt x="375" y="645"/>
                    <a:pt x="375" y="645"/>
                  </a:cubicBezTo>
                  <a:lnTo>
                    <a:pt x="375" y="0"/>
                  </a:lnTo>
                  <a:close/>
                  <a:moveTo>
                    <a:pt x="1429" y="0"/>
                  </a:moveTo>
                  <a:cubicBezTo>
                    <a:pt x="1926" y="0"/>
                    <a:pt x="1926" y="0"/>
                    <a:pt x="1926" y="0"/>
                  </a:cubicBezTo>
                  <a:cubicBezTo>
                    <a:pt x="2147" y="0"/>
                    <a:pt x="2281" y="122"/>
                    <a:pt x="2281" y="322"/>
                  </a:cubicBezTo>
                  <a:cubicBezTo>
                    <a:pt x="2281" y="522"/>
                    <a:pt x="2147" y="645"/>
                    <a:pt x="1926" y="645"/>
                  </a:cubicBezTo>
                  <a:cubicBezTo>
                    <a:pt x="1429" y="645"/>
                    <a:pt x="1429" y="645"/>
                    <a:pt x="1429" y="645"/>
                  </a:cubicBezTo>
                  <a:lnTo>
                    <a:pt x="1429" y="0"/>
                  </a:lnTo>
                  <a:close/>
                  <a:moveTo>
                    <a:pt x="2105" y="322"/>
                  </a:moveTo>
                  <a:cubicBezTo>
                    <a:pt x="2105" y="206"/>
                    <a:pt x="2042" y="143"/>
                    <a:pt x="1926" y="143"/>
                  </a:cubicBezTo>
                  <a:cubicBezTo>
                    <a:pt x="1601" y="143"/>
                    <a:pt x="1601" y="143"/>
                    <a:pt x="1601" y="143"/>
                  </a:cubicBezTo>
                  <a:cubicBezTo>
                    <a:pt x="1601" y="501"/>
                    <a:pt x="1601" y="501"/>
                    <a:pt x="1601" y="501"/>
                  </a:cubicBezTo>
                  <a:cubicBezTo>
                    <a:pt x="1926" y="501"/>
                    <a:pt x="1926" y="501"/>
                    <a:pt x="1926" y="501"/>
                  </a:cubicBezTo>
                  <a:cubicBezTo>
                    <a:pt x="2042" y="501"/>
                    <a:pt x="2105" y="439"/>
                    <a:pt x="2105" y="322"/>
                  </a:cubicBezTo>
                  <a:close/>
                  <a:moveTo>
                    <a:pt x="2420" y="0"/>
                  </a:moveTo>
                  <a:cubicBezTo>
                    <a:pt x="2979" y="0"/>
                    <a:pt x="2979" y="0"/>
                    <a:pt x="2979" y="0"/>
                  </a:cubicBezTo>
                  <a:cubicBezTo>
                    <a:pt x="3157" y="0"/>
                    <a:pt x="3262" y="85"/>
                    <a:pt x="3262" y="231"/>
                  </a:cubicBezTo>
                  <a:cubicBezTo>
                    <a:pt x="3262" y="337"/>
                    <a:pt x="3205" y="412"/>
                    <a:pt x="3107" y="444"/>
                  </a:cubicBezTo>
                  <a:cubicBezTo>
                    <a:pt x="3107" y="459"/>
                    <a:pt x="3107" y="459"/>
                    <a:pt x="3107" y="459"/>
                  </a:cubicBezTo>
                  <a:cubicBezTo>
                    <a:pt x="3265" y="641"/>
                    <a:pt x="3265" y="641"/>
                    <a:pt x="3265" y="641"/>
                  </a:cubicBezTo>
                  <a:cubicBezTo>
                    <a:pt x="3265" y="645"/>
                    <a:pt x="3265" y="645"/>
                    <a:pt x="3265" y="645"/>
                  </a:cubicBezTo>
                  <a:cubicBezTo>
                    <a:pt x="3068" y="645"/>
                    <a:pt x="3068" y="645"/>
                    <a:pt x="3068" y="645"/>
                  </a:cubicBezTo>
                  <a:cubicBezTo>
                    <a:pt x="2913" y="463"/>
                    <a:pt x="2913" y="463"/>
                    <a:pt x="2913" y="463"/>
                  </a:cubicBezTo>
                  <a:cubicBezTo>
                    <a:pt x="2591" y="463"/>
                    <a:pt x="2591" y="463"/>
                    <a:pt x="2591" y="463"/>
                  </a:cubicBezTo>
                  <a:cubicBezTo>
                    <a:pt x="2591" y="645"/>
                    <a:pt x="2591" y="645"/>
                    <a:pt x="2591" y="645"/>
                  </a:cubicBezTo>
                  <a:cubicBezTo>
                    <a:pt x="2420" y="645"/>
                    <a:pt x="2420" y="645"/>
                    <a:pt x="2420" y="645"/>
                  </a:cubicBezTo>
                  <a:lnTo>
                    <a:pt x="2420" y="0"/>
                  </a:lnTo>
                  <a:close/>
                  <a:moveTo>
                    <a:pt x="3086" y="231"/>
                  </a:moveTo>
                  <a:cubicBezTo>
                    <a:pt x="3086" y="175"/>
                    <a:pt x="3048" y="143"/>
                    <a:pt x="2979" y="143"/>
                  </a:cubicBezTo>
                  <a:cubicBezTo>
                    <a:pt x="2591" y="143"/>
                    <a:pt x="2591" y="143"/>
                    <a:pt x="2591" y="143"/>
                  </a:cubicBezTo>
                  <a:cubicBezTo>
                    <a:pt x="2591" y="319"/>
                    <a:pt x="2591" y="319"/>
                    <a:pt x="2591" y="319"/>
                  </a:cubicBezTo>
                  <a:cubicBezTo>
                    <a:pt x="2979" y="319"/>
                    <a:pt x="2979" y="319"/>
                    <a:pt x="2979" y="319"/>
                  </a:cubicBezTo>
                  <a:cubicBezTo>
                    <a:pt x="3048" y="319"/>
                    <a:pt x="3086" y="287"/>
                    <a:pt x="3086" y="231"/>
                  </a:cubicBezTo>
                  <a:close/>
                  <a:moveTo>
                    <a:pt x="3358" y="641"/>
                  </a:moveTo>
                  <a:cubicBezTo>
                    <a:pt x="3742" y="0"/>
                    <a:pt x="3742" y="0"/>
                    <a:pt x="3742" y="0"/>
                  </a:cubicBezTo>
                  <a:cubicBezTo>
                    <a:pt x="3986" y="0"/>
                    <a:pt x="3986" y="0"/>
                    <a:pt x="3986" y="0"/>
                  </a:cubicBezTo>
                  <a:cubicBezTo>
                    <a:pt x="4370" y="641"/>
                    <a:pt x="4370" y="641"/>
                    <a:pt x="4370" y="641"/>
                  </a:cubicBezTo>
                  <a:cubicBezTo>
                    <a:pt x="4370" y="645"/>
                    <a:pt x="4370" y="645"/>
                    <a:pt x="4370" y="645"/>
                  </a:cubicBezTo>
                  <a:cubicBezTo>
                    <a:pt x="4179" y="645"/>
                    <a:pt x="4179" y="645"/>
                    <a:pt x="4179" y="645"/>
                  </a:cubicBezTo>
                  <a:cubicBezTo>
                    <a:pt x="4110" y="525"/>
                    <a:pt x="4110" y="525"/>
                    <a:pt x="4110" y="525"/>
                  </a:cubicBezTo>
                  <a:cubicBezTo>
                    <a:pt x="3618" y="525"/>
                    <a:pt x="3618" y="525"/>
                    <a:pt x="3618" y="525"/>
                  </a:cubicBezTo>
                  <a:cubicBezTo>
                    <a:pt x="3549" y="645"/>
                    <a:pt x="3549" y="645"/>
                    <a:pt x="3549" y="645"/>
                  </a:cubicBezTo>
                  <a:cubicBezTo>
                    <a:pt x="3358" y="645"/>
                    <a:pt x="3358" y="645"/>
                    <a:pt x="3358" y="645"/>
                  </a:cubicBezTo>
                  <a:lnTo>
                    <a:pt x="3358" y="641"/>
                  </a:lnTo>
                  <a:close/>
                  <a:moveTo>
                    <a:pt x="4028" y="381"/>
                  </a:moveTo>
                  <a:cubicBezTo>
                    <a:pt x="3892" y="143"/>
                    <a:pt x="3892" y="143"/>
                    <a:pt x="3892" y="143"/>
                  </a:cubicBezTo>
                  <a:cubicBezTo>
                    <a:pt x="3836" y="143"/>
                    <a:pt x="3836" y="143"/>
                    <a:pt x="3836" y="143"/>
                  </a:cubicBezTo>
                  <a:cubicBezTo>
                    <a:pt x="3700" y="381"/>
                    <a:pt x="3700" y="381"/>
                    <a:pt x="3700" y="381"/>
                  </a:cubicBezTo>
                  <a:lnTo>
                    <a:pt x="4028" y="38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8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</p:spPr>
        <p:txBody>
          <a:bodyPr>
            <a:spAutoFit/>
          </a:bodyPr>
          <a:lstStyle/>
          <a:p>
            <a:r>
              <a:rPr lang="it-IT"/>
              <a:t>INDRA • Nombre del documento • dd/mm/aaaa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809223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 Full-Siz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534483-BFEA-6F98-4C59-C1E0C0003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GB" noProof="1"/>
              <a:t>Haga clic en el icono para agregar una imagen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EC4A452-E1E1-0A97-D33D-DFD97CAED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t-IT"/>
              <a:t>INDRA • Nombre del documento • dd/mm/aaaa</a:t>
            </a:r>
            <a:endParaRPr lang="es-ES"/>
          </a:p>
        </p:txBody>
      </p:sp>
      <p:sp>
        <p:nvSpPr>
          <p:cNvPr id="6" name="2 Marcador de número de diapositiva">
            <a:extLst>
              <a:ext uri="{FF2B5EF4-FFF2-40B4-BE49-F238E27FC236}">
                <a16:creationId xmlns:a16="http://schemas.microsoft.com/office/drawing/2014/main" id="{DC0E35EF-F626-C338-B5AD-392DB1A015B6}"/>
              </a:ext>
            </a:extLst>
          </p:cNvPr>
          <p:cNvSpPr txBox="1">
            <a:spLocks/>
          </p:cNvSpPr>
          <p:nvPr userDrawn="1"/>
        </p:nvSpPr>
        <p:spPr>
          <a:xfrm>
            <a:off x="11472672" y="6401514"/>
            <a:ext cx="383968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defPPr>
              <a:defRPr lang="en-US"/>
            </a:defPPr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A7CEF99-55C6-4480-A94C-7A7D18CCB18B}" type="slidenum">
              <a:rPr kumimoji="0" lang="en-GB" sz="800" b="0" i="0" u="none" strike="noStrike" kern="0" cap="none" spc="0" normalizeH="0" baseline="0" noProof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pPr marL="0" marR="0" lvl="0" indent="0" algn="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n-GB" sz="800" b="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1030319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ací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0673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oleObject" Target="../embeddings/oleObject1.bin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3"/>
          <p:cNvSpPr>
            <a:spLocks noChangeAspect="1" noChangeArrowheads="1" noTextEdit="1"/>
          </p:cNvSpPr>
          <p:nvPr userDrawn="1"/>
        </p:nvSpPr>
        <p:spPr bwMode="auto">
          <a:xfrm>
            <a:off x="336550" y="6539592"/>
            <a:ext cx="761644" cy="9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5" name="Marcador de pie de página 2"/>
          <p:cNvSpPr>
            <a:spLocks noGrp="1"/>
          </p:cNvSpPr>
          <p:nvPr userDrawn="1">
            <p:ph type="ftr" sz="quarter" idx="3"/>
          </p:nvPr>
        </p:nvSpPr>
        <p:spPr>
          <a:xfrm>
            <a:off x="1430332" y="6523038"/>
            <a:ext cx="3355708" cy="12311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sz="800"/>
            </a:lvl1pPr>
          </a:lstStyle>
          <a:p>
            <a:r>
              <a:rPr lang="es-ES"/>
              <a:t>Pie de página • Edítalo según tus necesidades </a:t>
            </a:r>
            <a:endParaRPr lang="es-ES" dirty="0"/>
          </a:p>
        </p:txBody>
      </p:sp>
      <p:sp>
        <p:nvSpPr>
          <p:cNvPr id="26" name="Marcador de título 25"/>
          <p:cNvSpPr>
            <a:spLocks noGrp="1"/>
          </p:cNvSpPr>
          <p:nvPr>
            <p:ph type="title"/>
          </p:nvPr>
        </p:nvSpPr>
        <p:spPr>
          <a:xfrm>
            <a:off x="336550" y="334964"/>
            <a:ext cx="11518900" cy="8440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336550" y="1268976"/>
            <a:ext cx="11518900" cy="49317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marL="324000" lvl="1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Segundo nivel</a:t>
            </a:r>
          </a:p>
          <a:p>
            <a:pPr marL="504000" lvl="2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4"/>
          </p:nvPr>
        </p:nvSpPr>
        <p:spPr>
          <a:xfrm>
            <a:off x="11136560" y="6523038"/>
            <a:ext cx="71889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279823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7" r:id="rId1"/>
    <p:sldLayoutId id="2147483653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5" r:id="rId12"/>
    <p:sldLayoutId id="2147483692" r:id="rId13"/>
    <p:sldLayoutId id="2147483684" r:id="rId14"/>
    <p:sldLayoutId id="2147483688" r:id="rId15"/>
    <p:sldLayoutId id="2147483693" r:id="rId16"/>
    <p:sldLayoutId id="2147483686" r:id="rId17"/>
    <p:sldLayoutId id="2147483709" r:id="rId18"/>
    <p:sldLayoutId id="2147483694" r:id="rId19"/>
    <p:sldLayoutId id="2147483710" r:id="rId20"/>
    <p:sldLayoutId id="2147483695" r:id="rId21"/>
    <p:sldLayoutId id="2147483711" r:id="rId22"/>
    <p:sldLayoutId id="2147483696" r:id="rId23"/>
    <p:sldLayoutId id="2147483712" r:id="rId24"/>
    <p:sldLayoutId id="2147483697" r:id="rId25"/>
    <p:sldLayoutId id="2147483698" r:id="rId26"/>
    <p:sldLayoutId id="2147483708" r:id="rId27"/>
    <p:sldLayoutId id="2147483699" r:id="rId28"/>
    <p:sldLayoutId id="2147483705" r:id="rId29"/>
    <p:sldLayoutId id="2147483706" r:id="rId30"/>
    <p:sldLayoutId id="2147483700" r:id="rId31"/>
    <p:sldLayoutId id="2147483713" r:id="rId32"/>
    <p:sldLayoutId id="2147483703" r:id="rId33"/>
    <p:sldLayoutId id="2147483714" r:id="rId34"/>
    <p:sldLayoutId id="2147483715" r:id="rId35"/>
    <p:sldLayoutId id="2147483716" r:id="rId36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4000" indent="-144000" algn="l" defTabSz="914400" rtl="0" eaLnBrk="1" latinLnBrk="0" hangingPunct="1">
        <a:lnSpc>
          <a:spcPct val="100000"/>
        </a:lnSpc>
        <a:spcBef>
          <a:spcPts val="1800"/>
        </a:spcBef>
        <a:spcAft>
          <a:spcPts val="600"/>
        </a:spcAft>
        <a:buFont typeface="Arial" panose="020B0604020202020204" pitchFamily="34" charset="0"/>
        <a:buChar char="•"/>
        <a:defRPr lang="es-ES" sz="14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51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es-ES" sz="12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31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es-ES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indent="-144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64000" indent="-144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1" userDrawn="1">
          <p15:clr>
            <a:srgbClr val="F26B43"/>
          </p15:clr>
        </p15:guide>
        <p15:guide id="2" pos="7468" userDrawn="1">
          <p15:clr>
            <a:srgbClr val="F26B43"/>
          </p15:clr>
        </p15:guide>
        <p15:guide id="3" orient="horz" pos="4109" userDrawn="1">
          <p15:clr>
            <a:srgbClr val="F26B43"/>
          </p15:clr>
        </p15:guide>
        <p15:guide id="4" orient="horz" pos="211" userDrawn="1">
          <p15:clr>
            <a:srgbClr val="F26B43"/>
          </p15:clr>
        </p15:guide>
        <p15:guide id="5" orient="horz" pos="390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D09E399-3561-B977-D5DC-7AD154CF90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40753212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3" imgW="306" imgH="306" progId="TCLayout.ActiveDocument.1">
                  <p:embed/>
                </p:oleObj>
              </mc:Choice>
              <mc:Fallback>
                <p:oleObj name="Diapositiva de think-cell" r:id="rId13" imgW="306" imgH="30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D09E399-3561-B977-D5DC-7AD154CF90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99C91ED4-1BBC-2208-ADD9-0A031E1B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4"/>
            <a:ext cx="10515599" cy="98769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 noProof="1"/>
              <a:t>Haga clic para modificar el estilo de título del patrón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DB3E8317-C082-8622-32FC-F11CF38370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825625"/>
            <a:ext cx="10515600" cy="405636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1"/>
              <a:t>Haga clic para modificar los estilos de texto del patrón</a:t>
            </a:r>
          </a:p>
          <a:p>
            <a:pPr lvl="1"/>
            <a:r>
              <a:rPr lang="en-GB" noProof="1"/>
              <a:t>Segundo nivel</a:t>
            </a:r>
          </a:p>
          <a:p>
            <a:pPr lvl="2"/>
            <a:r>
              <a:rPr lang="en-GB" noProof="1"/>
              <a:t>Tercer nivel</a:t>
            </a:r>
          </a:p>
          <a:p>
            <a:pPr lvl="3"/>
            <a:r>
              <a:rPr lang="en-GB" noProof="1"/>
              <a:t>Cuarto nivel</a:t>
            </a:r>
          </a:p>
          <a:p>
            <a:pPr lvl="4"/>
            <a:r>
              <a:rPr lang="en-GB" noProof="1"/>
              <a:t>Quinto nivel</a:t>
            </a:r>
          </a:p>
        </p:txBody>
      </p:sp>
      <p:sp>
        <p:nvSpPr>
          <p:cNvPr id="21" name="Marcador de pie de página 2">
            <a:extLst>
              <a:ext uri="{FF2B5EF4-FFF2-40B4-BE49-F238E27FC236}">
                <a16:creationId xmlns:a16="http://schemas.microsoft.com/office/drawing/2014/main" id="{DBFEAADD-FA30-EAB3-7735-AD0E306B67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360" y="6401514"/>
            <a:ext cx="7250933" cy="123111"/>
          </a:xfrm>
          <a:prstGeom prst="rect">
            <a:avLst/>
          </a:prstGeom>
        </p:spPr>
        <p:txBody>
          <a:bodyPr vert="horz" lIns="0" tIns="0" rIns="0" bIns="0" rtlCol="0" anchor="b" anchorCtr="0">
            <a:spAutoFit/>
          </a:bodyPr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it-IT"/>
              <a:t>INDRA • Nombre del documento • dd/mm/aaaa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78212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sldNum="0" hdr="0" dt="0"/>
  <p:txStyles>
    <p:titleStyle>
      <a:lvl1pPr algn="l" defTabSz="914377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612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828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044000" indent="-18000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3929">
          <p15:clr>
            <a:srgbClr val="F26B43"/>
          </p15:clr>
        </p15:guide>
        <p15:guide id="6" orient="horz" pos="346">
          <p15:clr>
            <a:srgbClr val="F26B43"/>
          </p15:clr>
        </p15:guide>
        <p15:guide id="7" orient="horz" pos="201">
          <p15:clr>
            <a:srgbClr val="F26B43"/>
          </p15:clr>
        </p15:guide>
        <p15:guide id="8" orient="horz" pos="411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1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8.sv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19" Type="http://schemas.openxmlformats.org/officeDocument/2006/relationships/image" Target="../media/image21.pn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2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800" dirty="0"/>
              <a:t>Quantum </a:t>
            </a:r>
            <a:r>
              <a:rPr lang="es-ES" sz="4800" dirty="0" err="1"/>
              <a:t>Hack</a:t>
            </a:r>
            <a:r>
              <a:rPr lang="es-ES" sz="4800" dirty="0"/>
              <a:t> 2025</a:t>
            </a:r>
            <a:br>
              <a:rPr lang="es-ES" sz="4800" dirty="0"/>
            </a:br>
            <a:br>
              <a:rPr lang="es-ES" sz="4800" dirty="0"/>
            </a:br>
            <a:r>
              <a:rPr lang="en-US" sz="4800" dirty="0">
                <a:solidFill>
                  <a:schemeClr val="accent1"/>
                </a:solidFill>
              </a:rPr>
              <a:t>Quantum Simulation of Battlefield Scenarios</a:t>
            </a:r>
            <a:endParaRPr lang="es-ES" sz="4800" dirty="0">
              <a:solidFill>
                <a:schemeClr val="accent1"/>
              </a:solidFill>
            </a:endParaRPr>
          </a:p>
        </p:txBody>
      </p:sp>
      <p:pic>
        <p:nvPicPr>
          <p:cNvPr id="4" name="Imagen 3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2485BBED-986E-D877-3163-DC1E23C6F4F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101" y="6021288"/>
            <a:ext cx="432683" cy="613306"/>
          </a:xfrm>
          <a:prstGeom prst="rect">
            <a:avLst/>
          </a:prstGeom>
        </p:spPr>
      </p:pic>
      <p:pic>
        <p:nvPicPr>
          <p:cNvPr id="8" name="Imagen 7" descr="Imagen que contiene texto, dibujo&#10;&#10;El contenido generado por IA puede ser incorrecto.">
            <a:extLst>
              <a:ext uri="{FF2B5EF4-FFF2-40B4-BE49-F238E27FC236}">
                <a16:creationId xmlns:a16="http://schemas.microsoft.com/office/drawing/2014/main" id="{1A24246B-CB07-72B4-7E14-03ED21FB484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496" y="6102083"/>
            <a:ext cx="720080" cy="451717"/>
          </a:xfrm>
          <a:prstGeom prst="rect">
            <a:avLst/>
          </a:prstGeom>
        </p:spPr>
      </p:pic>
      <p:pic>
        <p:nvPicPr>
          <p:cNvPr id="10" name="Imagen 9" descr="Forma&#10;&#10;El contenido generado por IA puede ser incorrecto.">
            <a:extLst>
              <a:ext uri="{FF2B5EF4-FFF2-40B4-BE49-F238E27FC236}">
                <a16:creationId xmlns:a16="http://schemas.microsoft.com/office/drawing/2014/main" id="{89AB9295-0123-6D17-6968-2905CBB61E1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8" y="6162020"/>
            <a:ext cx="936104" cy="33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344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/>
          <p:cNvSpPr>
            <a:spLocks noGrp="1"/>
          </p:cNvSpPr>
          <p:nvPr>
            <p:ph type="title"/>
          </p:nvPr>
        </p:nvSpPr>
        <p:spPr>
          <a:xfrm>
            <a:off x="335360" y="549276"/>
            <a:ext cx="5035130" cy="873124"/>
          </a:xfrm>
        </p:spPr>
        <p:txBody>
          <a:bodyPr/>
          <a:lstStyle/>
          <a:p>
            <a:r>
              <a:rPr lang="es-ES" dirty="0"/>
              <a:t>El desafío:</a:t>
            </a:r>
            <a:br>
              <a:rPr lang="es-ES" dirty="0"/>
            </a:br>
            <a:r>
              <a:rPr lang="es-ES" sz="2400" dirty="0">
                <a:solidFill>
                  <a:schemeClr val="accent1"/>
                </a:solidFill>
              </a:rPr>
              <a:t>Simulador de campos de batalla</a:t>
            </a:r>
            <a:endParaRPr lang="es-ES" dirty="0">
              <a:solidFill>
                <a:schemeClr val="accent1"/>
              </a:solidFill>
            </a:endParaRPr>
          </a:p>
        </p:txBody>
      </p:sp>
      <p:sp>
        <p:nvSpPr>
          <p:cNvPr id="11" name="Marcador de pie de página 10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INDRA • Quantum Hack • 13/12/2025</a:t>
            </a:r>
            <a:endParaRPr kumimoji="0" lang="es-ES" sz="800" b="0" i="0" u="none" strike="noStrike" kern="1200" cap="none" spc="0" normalizeH="0" baseline="0" noProof="0" dirty="0">
              <a:ln>
                <a:noFill/>
              </a:ln>
              <a:solidFill>
                <a:srgbClr val="004254"/>
              </a:solidFill>
              <a:effectLst/>
              <a:uLnTx/>
              <a:uFillTx/>
              <a:latin typeface="ForFuture Sans"/>
              <a:ea typeface="+mn-ea"/>
              <a:cs typeface="+mn-cs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66D9B3C-6F65-C9C0-87BA-6E07471AA571}"/>
              </a:ext>
            </a:extLst>
          </p:cNvPr>
          <p:cNvCxnSpPr>
            <a:cxnSpLocks/>
          </p:cNvCxnSpPr>
          <p:nvPr/>
        </p:nvCxnSpPr>
        <p:spPr>
          <a:xfrm>
            <a:off x="5489291" y="0"/>
            <a:ext cx="0" cy="1478280"/>
          </a:xfrm>
          <a:prstGeom prst="line">
            <a:avLst/>
          </a:prstGeom>
          <a:noFill/>
          <a:ln w="6350" cap="flat" cmpd="sng" algn="ctr">
            <a:solidFill>
              <a:srgbClr val="004254"/>
            </a:solidFill>
            <a:prstDash val="solid"/>
            <a:miter lim="800000"/>
          </a:ln>
          <a:effectLst/>
        </p:spPr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B567A91-F2D2-DF07-F825-329F51241881}"/>
              </a:ext>
            </a:extLst>
          </p:cNvPr>
          <p:cNvSpPr txBox="1"/>
          <p:nvPr/>
        </p:nvSpPr>
        <p:spPr>
          <a:xfrm>
            <a:off x="5489291" y="84494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>
                <a:solidFill>
                  <a:srgbClr val="E3E2DA">
                    <a:lumMod val="50000"/>
                  </a:srgbClr>
                </a:solidFill>
                <a:latin typeface="ForFuture Sans"/>
              </a:rPr>
              <a:t>Situación y reglas del juego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E3E2DA">
                  <a:lumMod val="50000"/>
                </a:srgbClr>
              </a:solidFill>
              <a:effectLst/>
              <a:uLnTx/>
              <a:uFillTx/>
              <a:latin typeface="ForFuture Sans"/>
              <a:ea typeface="+mn-ea"/>
              <a:cs typeface="+mn-cs"/>
            </a:endParaRPr>
          </a:p>
        </p:txBody>
      </p:sp>
      <p:sp>
        <p:nvSpPr>
          <p:cNvPr id="39" name="object 4">
            <a:extLst>
              <a:ext uri="{FF2B5EF4-FFF2-40B4-BE49-F238E27FC236}">
                <a16:creationId xmlns:a16="http://schemas.microsoft.com/office/drawing/2014/main" id="{B5CCBF96-E263-E592-F212-1DBD3860356F}"/>
              </a:ext>
            </a:extLst>
          </p:cNvPr>
          <p:cNvSpPr txBox="1"/>
          <p:nvPr/>
        </p:nvSpPr>
        <p:spPr>
          <a:xfrm>
            <a:off x="335359" y="1422400"/>
            <a:ext cx="4265757" cy="186204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La </a:t>
            </a:r>
            <a:r>
              <a:rPr kumimoji="0" lang="es-ES" sz="1100" b="1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simulación de escenarios de combate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 es un desafío crítico en la optimización de decisiones estratégicas. En este contexto, la capacidad de predecir y adaptarse a múltiples variables —como posiciones, movimientos, alcance de ataques e interacciones entre unidades— es fundamental para </a:t>
            </a:r>
            <a:r>
              <a:rPr kumimoji="0" lang="es-ES" sz="1100" b="1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garantizar el éxito de una misión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. Sin embargo, </a:t>
            </a:r>
            <a:r>
              <a:rPr kumimoji="0" lang="es-ES" sz="1100" b="1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los métodos clásicos de simulación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, que suelen depender de aproximaciones heurísticas, </a:t>
            </a:r>
            <a:r>
              <a:rPr kumimoji="0" lang="es-ES" sz="1100" b="1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enfrentan limitaciones significativas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. Estas aproximaciones pueden </a:t>
            </a:r>
            <a:r>
              <a:rPr kumimoji="0" lang="es-ES" sz="1100" b="1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omitir posibilidades clave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, lo que conduce a </a:t>
            </a:r>
            <a:r>
              <a:rPr kumimoji="0" lang="es-ES" sz="1100" b="1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decisiones arriesgadas o incluso a resultados desfavorables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.</a:t>
            </a:r>
          </a:p>
        </p:txBody>
      </p:sp>
      <p:sp>
        <p:nvSpPr>
          <p:cNvPr id="2" name="Rectangle 102">
            <a:extLst>
              <a:ext uri="{FF2B5EF4-FFF2-40B4-BE49-F238E27FC236}">
                <a16:creationId xmlns:a16="http://schemas.microsoft.com/office/drawing/2014/main" id="{8C3F1FBA-E898-BB5A-C6C7-66DF8853BFAC}"/>
              </a:ext>
            </a:extLst>
          </p:cNvPr>
          <p:cNvSpPr/>
          <p:nvPr/>
        </p:nvSpPr>
        <p:spPr>
          <a:xfrm>
            <a:off x="968845" y="3442072"/>
            <a:ext cx="3768160" cy="4753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/>
                </a:solidFill>
              </a:rPr>
              <a:t>¿Cómo podemos enfrentarnos a estas limitaciones?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250E0FD4-C6B7-C97B-5C8A-EB916504AFC8}"/>
              </a:ext>
            </a:extLst>
          </p:cNvPr>
          <p:cNvGrpSpPr/>
          <p:nvPr/>
        </p:nvGrpSpPr>
        <p:grpSpPr>
          <a:xfrm>
            <a:off x="7768278" y="2739605"/>
            <a:ext cx="1922338" cy="286032"/>
            <a:chOff x="7716180" y="1436839"/>
            <a:chExt cx="1922338" cy="1862048"/>
          </a:xfrm>
          <a:solidFill>
            <a:schemeClr val="bg1">
              <a:lumMod val="95000"/>
            </a:schemeClr>
          </a:solidFill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E8289AB5-6A94-51B3-6E8F-2A979A2BB856}"/>
                </a:ext>
              </a:extLst>
            </p:cNvPr>
            <p:cNvSpPr/>
            <p:nvPr/>
          </p:nvSpPr>
          <p:spPr>
            <a:xfrm>
              <a:off x="7716180" y="1436839"/>
              <a:ext cx="1922338" cy="186204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7DB1C360-D7BC-C241-9921-030079410AB0}"/>
                </a:ext>
              </a:extLst>
            </p:cNvPr>
            <p:cNvSpPr txBox="1"/>
            <p:nvPr/>
          </p:nvSpPr>
          <p:spPr>
            <a:xfrm>
              <a:off x="7781909" y="1498626"/>
              <a:ext cx="1800200" cy="222827"/>
            </a:xfrm>
            <a:prstGeom prst="rect">
              <a:avLst/>
            </a:prstGeom>
            <a:grpFill/>
          </p:spPr>
          <p:txBody>
            <a:bodyPr vert="horz" wrap="square" lIns="0" tIns="7312" rIns="0" bIns="0" rtlCol="0">
              <a:spAutoFit/>
            </a:bodyPr>
            <a:lstStyle/>
            <a:p>
              <a:pPr marL="7696" algn="ctr">
                <a:spcBef>
                  <a:spcPts val="600"/>
                </a:spcBef>
              </a:pPr>
              <a:r>
                <a:rPr lang="es-ES" sz="1400" b="1" dirty="0">
                  <a:solidFill>
                    <a:schemeClr val="accent1"/>
                  </a:solidFill>
                  <a:cs typeface="Trebuchet MS"/>
                </a:rPr>
                <a:t>Las unidades</a:t>
              </a: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EF9AC568-B383-3558-97F1-068E2DEBFE8E}"/>
              </a:ext>
            </a:extLst>
          </p:cNvPr>
          <p:cNvGrpSpPr/>
          <p:nvPr/>
        </p:nvGrpSpPr>
        <p:grpSpPr>
          <a:xfrm>
            <a:off x="7768278" y="4556884"/>
            <a:ext cx="1922338" cy="269679"/>
            <a:chOff x="5669106" y="4077072"/>
            <a:chExt cx="1922338" cy="1862048"/>
          </a:xfrm>
          <a:solidFill>
            <a:schemeClr val="bg1">
              <a:lumMod val="95000"/>
            </a:schemeClr>
          </a:solidFill>
        </p:grpSpPr>
        <p:sp>
          <p:nvSpPr>
            <p:cNvPr id="6" name="Rectángulo 5">
              <a:extLst>
                <a:ext uri="{FF2B5EF4-FFF2-40B4-BE49-F238E27FC236}">
                  <a16:creationId xmlns:a16="http://schemas.microsoft.com/office/drawing/2014/main" id="{697594F7-14D8-0251-3E50-174783CD1662}"/>
                </a:ext>
              </a:extLst>
            </p:cNvPr>
            <p:cNvSpPr/>
            <p:nvPr/>
          </p:nvSpPr>
          <p:spPr>
            <a:xfrm>
              <a:off x="5669106" y="4077072"/>
              <a:ext cx="1922338" cy="186204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C88B3A8E-7135-CAD3-D279-494D983E50BD}"/>
                </a:ext>
              </a:extLst>
            </p:cNvPr>
            <p:cNvSpPr txBox="1"/>
            <p:nvPr/>
          </p:nvSpPr>
          <p:spPr>
            <a:xfrm>
              <a:off x="5730175" y="4136678"/>
              <a:ext cx="1800200" cy="222827"/>
            </a:xfrm>
            <a:prstGeom prst="rect">
              <a:avLst/>
            </a:prstGeom>
            <a:grpFill/>
          </p:spPr>
          <p:txBody>
            <a:bodyPr vert="horz" wrap="square" lIns="0" tIns="7312" rIns="0" bIns="0" rtlCol="0">
              <a:spAutoFit/>
            </a:bodyPr>
            <a:lstStyle/>
            <a:p>
              <a:pPr marL="7696" algn="ctr">
                <a:spcBef>
                  <a:spcPts val="600"/>
                </a:spcBef>
              </a:pPr>
              <a:r>
                <a:rPr lang="es-ES" sz="1400" b="1" dirty="0">
                  <a:solidFill>
                    <a:schemeClr val="accent1"/>
                  </a:solidFill>
                  <a:cs typeface="Trebuchet MS"/>
                </a:rPr>
                <a:t>El mapa</a:t>
              </a:r>
            </a:p>
          </p:txBody>
        </p: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389FC30-9AC5-9888-A999-F4C7AD37DBAD}"/>
              </a:ext>
            </a:extLst>
          </p:cNvPr>
          <p:cNvSpPr txBox="1"/>
          <p:nvPr/>
        </p:nvSpPr>
        <p:spPr>
          <a:xfrm>
            <a:off x="5489291" y="1341788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100" dirty="0">
                <a:solidFill>
                  <a:srgbClr val="004254"/>
                </a:solidFill>
                <a:latin typeface="ForFuture Sans"/>
              </a:rPr>
              <a:t>Vais a simular el comportamiento de dos equipos: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sz="1100" dirty="0">
              <a:solidFill>
                <a:srgbClr val="004254"/>
              </a:solidFill>
              <a:latin typeface="ForFuture San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100" b="1" dirty="0">
                <a:solidFill>
                  <a:srgbClr val="004254"/>
                </a:solidFill>
                <a:latin typeface="ForFuture Sans"/>
              </a:rPr>
              <a:t>El equipo cuántico: </a:t>
            </a:r>
            <a:r>
              <a:rPr lang="es-ES" sz="1100" dirty="0">
                <a:solidFill>
                  <a:srgbClr val="004254"/>
                </a:solidFill>
                <a:latin typeface="ForFuture Sans"/>
              </a:rPr>
              <a:t>Su movimiento estará determinado por circuitos cuánticos. Vuestro objetivo es ser sus técnicos de apoyo, tomar las decisiones y asegurarles la victoria.</a:t>
            </a:r>
          </a:p>
          <a:p>
            <a:pPr marR="0" lvl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s-ES" sz="600" dirty="0">
              <a:solidFill>
                <a:srgbClr val="004254"/>
              </a:solidFill>
              <a:latin typeface="ForFuture San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100" b="1" dirty="0">
                <a:solidFill>
                  <a:srgbClr val="004254"/>
                </a:solidFill>
                <a:latin typeface="ForFuture Sans"/>
              </a:rPr>
              <a:t>El equipo clásico: </a:t>
            </a:r>
            <a:r>
              <a:rPr lang="es-ES" sz="1100" dirty="0">
                <a:solidFill>
                  <a:srgbClr val="004254"/>
                </a:solidFill>
                <a:latin typeface="ForFuture Sans"/>
              </a:rPr>
              <a:t>Este es vuestro enemigo. Tenéis acceso a su política de movimiento ya fijada. Deberéis actuar en función de las posiciones de sus unidades.</a:t>
            </a: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6C7C7EBD-6962-73B4-8A64-D3B1027F59C3}"/>
              </a:ext>
            </a:extLst>
          </p:cNvPr>
          <p:cNvGrpSpPr/>
          <p:nvPr/>
        </p:nvGrpSpPr>
        <p:grpSpPr>
          <a:xfrm>
            <a:off x="9944378" y="3119264"/>
            <a:ext cx="1922338" cy="1368152"/>
            <a:chOff x="7716180" y="1436839"/>
            <a:chExt cx="1922338" cy="1862048"/>
          </a:xfrm>
          <a:solidFill>
            <a:schemeClr val="bg1">
              <a:lumMod val="95000"/>
            </a:schemeClr>
          </a:solidFill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E845CCD0-3FAF-DCF1-D944-393CA3F53747}"/>
                </a:ext>
              </a:extLst>
            </p:cNvPr>
            <p:cNvSpPr/>
            <p:nvPr/>
          </p:nvSpPr>
          <p:spPr>
            <a:xfrm>
              <a:off x="7716180" y="1436839"/>
              <a:ext cx="1922338" cy="186204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02D09AAF-195A-224D-AFD9-21DF8E86AFBB}"/>
                </a:ext>
              </a:extLst>
            </p:cNvPr>
            <p:cNvSpPr txBox="1"/>
            <p:nvPr/>
          </p:nvSpPr>
          <p:spPr>
            <a:xfrm>
              <a:off x="7781909" y="1498625"/>
              <a:ext cx="1523642" cy="303266"/>
            </a:xfrm>
            <a:prstGeom prst="rect">
              <a:avLst/>
            </a:prstGeom>
            <a:grpFill/>
          </p:spPr>
          <p:txBody>
            <a:bodyPr vert="horz" wrap="square" lIns="0" tIns="7312" rIns="0" bIns="0" rtlCol="0">
              <a:spAutoFit/>
            </a:bodyPr>
            <a:lstStyle/>
            <a:p>
              <a:pPr marL="7696" algn="ctr">
                <a:spcBef>
                  <a:spcPts val="600"/>
                </a:spcBef>
              </a:pPr>
              <a:r>
                <a:rPr lang="es-ES" sz="1400" b="1" dirty="0">
                  <a:solidFill>
                    <a:schemeClr val="accent1"/>
                  </a:solidFill>
                  <a:cs typeface="Trebuchet MS"/>
                </a:rPr>
                <a:t>Caballeros</a:t>
              </a: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432888A8-D4FE-C072-A0D2-21BC14718A36}"/>
              </a:ext>
            </a:extLst>
          </p:cNvPr>
          <p:cNvGrpSpPr/>
          <p:nvPr/>
        </p:nvGrpSpPr>
        <p:grpSpPr>
          <a:xfrm>
            <a:off x="7768161" y="3119264"/>
            <a:ext cx="1922338" cy="1368152"/>
            <a:chOff x="7716180" y="1436839"/>
            <a:chExt cx="1922338" cy="1862048"/>
          </a:xfrm>
          <a:solidFill>
            <a:schemeClr val="bg1">
              <a:lumMod val="95000"/>
            </a:schemeClr>
          </a:solidFill>
        </p:grpSpPr>
        <p:sp>
          <p:nvSpPr>
            <p:cNvPr id="21" name="Rectángulo 20">
              <a:extLst>
                <a:ext uri="{FF2B5EF4-FFF2-40B4-BE49-F238E27FC236}">
                  <a16:creationId xmlns:a16="http://schemas.microsoft.com/office/drawing/2014/main" id="{62DC379C-481D-B94A-91C8-D758D9A7A49B}"/>
                </a:ext>
              </a:extLst>
            </p:cNvPr>
            <p:cNvSpPr/>
            <p:nvPr/>
          </p:nvSpPr>
          <p:spPr>
            <a:xfrm>
              <a:off x="7716180" y="1436839"/>
              <a:ext cx="1922338" cy="186204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A2113206-6DA5-1AB0-D337-E7FC87B87090}"/>
                </a:ext>
              </a:extLst>
            </p:cNvPr>
            <p:cNvSpPr txBox="1"/>
            <p:nvPr/>
          </p:nvSpPr>
          <p:spPr>
            <a:xfrm>
              <a:off x="7781909" y="1498625"/>
              <a:ext cx="1497276" cy="303266"/>
            </a:xfrm>
            <a:prstGeom prst="rect">
              <a:avLst/>
            </a:prstGeom>
            <a:grpFill/>
          </p:spPr>
          <p:txBody>
            <a:bodyPr vert="horz" wrap="square" lIns="0" tIns="7312" rIns="0" bIns="0" rtlCol="0">
              <a:spAutoFit/>
            </a:bodyPr>
            <a:lstStyle/>
            <a:p>
              <a:pPr marL="7696" algn="ctr">
                <a:spcBef>
                  <a:spcPts val="600"/>
                </a:spcBef>
              </a:pPr>
              <a:r>
                <a:rPr lang="es-ES" sz="1400" b="1" dirty="0">
                  <a:solidFill>
                    <a:schemeClr val="accent1"/>
                  </a:solidFill>
                  <a:cs typeface="Trebuchet MS"/>
                </a:rPr>
                <a:t>Arqueros</a:t>
              </a:r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D62BB3D4-E3AE-68E7-D2A9-2911FE1BFF5C}"/>
              </a:ext>
            </a:extLst>
          </p:cNvPr>
          <p:cNvGrpSpPr/>
          <p:nvPr/>
        </p:nvGrpSpPr>
        <p:grpSpPr>
          <a:xfrm>
            <a:off x="5591944" y="3119264"/>
            <a:ext cx="1922338" cy="1368152"/>
            <a:chOff x="7716180" y="1436839"/>
            <a:chExt cx="1922338" cy="1862048"/>
          </a:xfrm>
          <a:solidFill>
            <a:schemeClr val="bg1">
              <a:lumMod val="95000"/>
            </a:schemeClr>
          </a:solidFill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A6416B2A-6CF6-FC5A-6A2D-2AB2728F8736}"/>
                </a:ext>
              </a:extLst>
            </p:cNvPr>
            <p:cNvSpPr/>
            <p:nvPr/>
          </p:nvSpPr>
          <p:spPr>
            <a:xfrm>
              <a:off x="7716180" y="1436839"/>
              <a:ext cx="1922338" cy="186204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D27EB75D-9383-A3E1-87AB-B2023B896980}"/>
                </a:ext>
              </a:extLst>
            </p:cNvPr>
            <p:cNvSpPr txBox="1"/>
            <p:nvPr/>
          </p:nvSpPr>
          <p:spPr>
            <a:xfrm>
              <a:off x="7781909" y="1498625"/>
              <a:ext cx="1563005" cy="303266"/>
            </a:xfrm>
            <a:prstGeom prst="rect">
              <a:avLst/>
            </a:prstGeom>
            <a:grpFill/>
          </p:spPr>
          <p:txBody>
            <a:bodyPr vert="horz" wrap="square" lIns="0" tIns="7312" rIns="0" bIns="0" rtlCol="0">
              <a:spAutoFit/>
            </a:bodyPr>
            <a:lstStyle/>
            <a:p>
              <a:pPr marL="7696" algn="ctr">
                <a:spcBef>
                  <a:spcPts val="600"/>
                </a:spcBef>
              </a:pPr>
              <a:r>
                <a:rPr lang="es-ES" sz="1400" b="1" dirty="0">
                  <a:solidFill>
                    <a:schemeClr val="accent1"/>
                  </a:solidFill>
                  <a:cs typeface="Trebuchet MS"/>
                </a:rPr>
                <a:t>Soldados</a:t>
              </a:r>
            </a:p>
          </p:txBody>
        </p:sp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D9DB451F-45BE-3A29-FBF6-5051312E4CEF}"/>
              </a:ext>
            </a:extLst>
          </p:cNvPr>
          <p:cNvGrpSpPr/>
          <p:nvPr/>
        </p:nvGrpSpPr>
        <p:grpSpPr>
          <a:xfrm>
            <a:off x="5791594" y="3487344"/>
            <a:ext cx="1523038" cy="916751"/>
            <a:chOff x="5797098" y="3581056"/>
            <a:chExt cx="1523038" cy="916751"/>
          </a:xfrm>
        </p:grpSpPr>
        <p:grpSp>
          <p:nvGrpSpPr>
            <p:cNvPr id="34" name="Grupo 33">
              <a:extLst>
                <a:ext uri="{FF2B5EF4-FFF2-40B4-BE49-F238E27FC236}">
                  <a16:creationId xmlns:a16="http://schemas.microsoft.com/office/drawing/2014/main" id="{EE81EAD7-62CE-130E-B2FB-B34378A14C33}"/>
                </a:ext>
              </a:extLst>
            </p:cNvPr>
            <p:cNvGrpSpPr/>
            <p:nvPr/>
          </p:nvGrpSpPr>
          <p:grpSpPr>
            <a:xfrm>
              <a:off x="5797098" y="3590271"/>
              <a:ext cx="313185" cy="907536"/>
              <a:chOff x="5797098" y="3590271"/>
              <a:chExt cx="313185" cy="907536"/>
            </a:xfrm>
          </p:grpSpPr>
          <p:sp>
            <p:nvSpPr>
              <p:cNvPr id="28" name="Corazón 27">
                <a:extLst>
                  <a:ext uri="{FF2B5EF4-FFF2-40B4-BE49-F238E27FC236}">
                    <a16:creationId xmlns:a16="http://schemas.microsoft.com/office/drawing/2014/main" id="{616A607D-906F-556D-A71B-7812AB3ABCF5}"/>
                  </a:ext>
                </a:extLst>
              </p:cNvPr>
              <p:cNvSpPr/>
              <p:nvPr/>
            </p:nvSpPr>
            <p:spPr>
              <a:xfrm>
                <a:off x="5845678" y="3590271"/>
                <a:ext cx="216024" cy="216519"/>
              </a:xfrm>
              <a:prstGeom prst="hear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31" name="Gráfico 30" descr="Puño cerrado con relleno sólido">
                <a:extLst>
                  <a:ext uri="{FF2B5EF4-FFF2-40B4-BE49-F238E27FC236}">
                    <a16:creationId xmlns:a16="http://schemas.microsoft.com/office/drawing/2014/main" id="{59688178-E7ED-0C07-EF8D-63736147719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797098" y="3858164"/>
                <a:ext cx="313184" cy="313184"/>
              </a:xfrm>
              <a:prstGeom prst="rect">
                <a:avLst/>
              </a:prstGeom>
            </p:spPr>
          </p:pic>
          <p:pic>
            <p:nvPicPr>
              <p:cNvPr id="33" name="Gráfico 32" descr="Ojo con relleno sólido">
                <a:extLst>
                  <a:ext uri="{FF2B5EF4-FFF2-40B4-BE49-F238E27FC236}">
                    <a16:creationId xmlns:a16="http://schemas.microsoft.com/office/drawing/2014/main" id="{7DA3FF84-8A53-E93A-BF74-DA00886973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797098" y="4184622"/>
                <a:ext cx="313185" cy="313185"/>
              </a:xfrm>
              <a:prstGeom prst="rect">
                <a:avLst/>
              </a:prstGeom>
            </p:spPr>
          </p:pic>
        </p:grpSp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E7CD6A3F-ED2E-96EF-D67F-3099E4203FCB}"/>
                </a:ext>
              </a:extLst>
            </p:cNvPr>
            <p:cNvSpPr/>
            <p:nvPr/>
          </p:nvSpPr>
          <p:spPr>
            <a:xfrm>
              <a:off x="6168008" y="3581056"/>
              <a:ext cx="941608" cy="21651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0" name="Rectángulo 39">
              <a:extLst>
                <a:ext uri="{FF2B5EF4-FFF2-40B4-BE49-F238E27FC236}">
                  <a16:creationId xmlns:a16="http://schemas.microsoft.com/office/drawing/2014/main" id="{B13B4A88-5741-F9B5-F295-01446D3162C7}"/>
                </a:ext>
              </a:extLst>
            </p:cNvPr>
            <p:cNvSpPr/>
            <p:nvPr/>
          </p:nvSpPr>
          <p:spPr>
            <a:xfrm>
              <a:off x="6168008" y="3900994"/>
              <a:ext cx="581568" cy="21651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1" name="Rectángulo 40">
              <a:extLst>
                <a:ext uri="{FF2B5EF4-FFF2-40B4-BE49-F238E27FC236}">
                  <a16:creationId xmlns:a16="http://schemas.microsoft.com/office/drawing/2014/main" id="{13CA5E11-88E9-B4D4-0D94-84505BC20C6F}"/>
                </a:ext>
              </a:extLst>
            </p:cNvPr>
            <p:cNvSpPr/>
            <p:nvPr/>
          </p:nvSpPr>
          <p:spPr>
            <a:xfrm>
              <a:off x="6168008" y="4236713"/>
              <a:ext cx="221528" cy="21651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5" name="Rectángulo 34">
              <a:extLst>
                <a:ext uri="{FF2B5EF4-FFF2-40B4-BE49-F238E27FC236}">
                  <a16:creationId xmlns:a16="http://schemas.microsoft.com/office/drawing/2014/main" id="{72403C01-F5A5-6444-53D3-4CFAD7CA861F}"/>
                </a:ext>
              </a:extLst>
            </p:cNvPr>
            <p:cNvSpPr/>
            <p:nvPr/>
          </p:nvSpPr>
          <p:spPr>
            <a:xfrm>
              <a:off x="6168008" y="3581056"/>
              <a:ext cx="1152128" cy="216519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6" name="Rectángulo 35">
              <a:extLst>
                <a:ext uri="{FF2B5EF4-FFF2-40B4-BE49-F238E27FC236}">
                  <a16:creationId xmlns:a16="http://schemas.microsoft.com/office/drawing/2014/main" id="{D10040F7-AFB0-0B8B-F2DC-E6505177FC10}"/>
                </a:ext>
              </a:extLst>
            </p:cNvPr>
            <p:cNvSpPr/>
            <p:nvPr/>
          </p:nvSpPr>
          <p:spPr>
            <a:xfrm>
              <a:off x="6168008" y="3900994"/>
              <a:ext cx="1152128" cy="216519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7" name="Rectángulo 36">
              <a:extLst>
                <a:ext uri="{FF2B5EF4-FFF2-40B4-BE49-F238E27FC236}">
                  <a16:creationId xmlns:a16="http://schemas.microsoft.com/office/drawing/2014/main" id="{E6C7C21C-0408-6276-064A-35A2BE72805E}"/>
                </a:ext>
              </a:extLst>
            </p:cNvPr>
            <p:cNvSpPr/>
            <p:nvPr/>
          </p:nvSpPr>
          <p:spPr>
            <a:xfrm>
              <a:off x="6168008" y="4232954"/>
              <a:ext cx="1152128" cy="216519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43" name="Grupo 42">
            <a:extLst>
              <a:ext uri="{FF2B5EF4-FFF2-40B4-BE49-F238E27FC236}">
                <a16:creationId xmlns:a16="http://schemas.microsoft.com/office/drawing/2014/main" id="{EDAFFDB2-CD36-FC39-A713-660931E38E75}"/>
              </a:ext>
            </a:extLst>
          </p:cNvPr>
          <p:cNvGrpSpPr/>
          <p:nvPr/>
        </p:nvGrpSpPr>
        <p:grpSpPr>
          <a:xfrm>
            <a:off x="7967811" y="3487344"/>
            <a:ext cx="1523038" cy="916751"/>
            <a:chOff x="5797098" y="3581056"/>
            <a:chExt cx="1523038" cy="916751"/>
          </a:xfrm>
        </p:grpSpPr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C4FB02C4-DB47-0087-F734-409088498D85}"/>
                </a:ext>
              </a:extLst>
            </p:cNvPr>
            <p:cNvGrpSpPr/>
            <p:nvPr/>
          </p:nvGrpSpPr>
          <p:grpSpPr>
            <a:xfrm>
              <a:off x="5797098" y="3590271"/>
              <a:ext cx="313185" cy="907536"/>
              <a:chOff x="5797098" y="3590271"/>
              <a:chExt cx="313185" cy="907536"/>
            </a:xfrm>
          </p:grpSpPr>
          <p:sp>
            <p:nvSpPr>
              <p:cNvPr id="51" name="Corazón 50">
                <a:extLst>
                  <a:ext uri="{FF2B5EF4-FFF2-40B4-BE49-F238E27FC236}">
                    <a16:creationId xmlns:a16="http://schemas.microsoft.com/office/drawing/2014/main" id="{12A1D11B-730B-F1BE-2FAA-27CC10ECC3C7}"/>
                  </a:ext>
                </a:extLst>
              </p:cNvPr>
              <p:cNvSpPr/>
              <p:nvPr/>
            </p:nvSpPr>
            <p:spPr>
              <a:xfrm>
                <a:off x="5845678" y="3590271"/>
                <a:ext cx="216024" cy="216519"/>
              </a:xfrm>
              <a:prstGeom prst="hear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52" name="Gráfico 51" descr="Puño cerrado con relleno sólido">
                <a:extLst>
                  <a:ext uri="{FF2B5EF4-FFF2-40B4-BE49-F238E27FC236}">
                    <a16:creationId xmlns:a16="http://schemas.microsoft.com/office/drawing/2014/main" id="{1BFAFF26-E30B-922B-2CE7-382313AB188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797098" y="3858164"/>
                <a:ext cx="313184" cy="313184"/>
              </a:xfrm>
              <a:prstGeom prst="rect">
                <a:avLst/>
              </a:prstGeom>
            </p:spPr>
          </p:pic>
          <p:pic>
            <p:nvPicPr>
              <p:cNvPr id="53" name="Gráfico 52" descr="Ojo con relleno sólido">
                <a:extLst>
                  <a:ext uri="{FF2B5EF4-FFF2-40B4-BE49-F238E27FC236}">
                    <a16:creationId xmlns:a16="http://schemas.microsoft.com/office/drawing/2014/main" id="{D865220E-02A6-6441-4B32-6C42B87107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797098" y="4184622"/>
                <a:ext cx="313185" cy="313185"/>
              </a:xfrm>
              <a:prstGeom prst="rect">
                <a:avLst/>
              </a:prstGeom>
            </p:spPr>
          </p:pic>
        </p:grpSp>
        <p:sp>
          <p:nvSpPr>
            <p:cNvPr id="45" name="Rectángulo 44">
              <a:extLst>
                <a:ext uri="{FF2B5EF4-FFF2-40B4-BE49-F238E27FC236}">
                  <a16:creationId xmlns:a16="http://schemas.microsoft.com/office/drawing/2014/main" id="{4EB7EEBE-D391-3427-33A0-71EDF505409B}"/>
                </a:ext>
              </a:extLst>
            </p:cNvPr>
            <p:cNvSpPr/>
            <p:nvPr/>
          </p:nvSpPr>
          <p:spPr>
            <a:xfrm>
              <a:off x="6168008" y="3581056"/>
              <a:ext cx="216024" cy="21651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6" name="Rectángulo 45">
              <a:extLst>
                <a:ext uri="{FF2B5EF4-FFF2-40B4-BE49-F238E27FC236}">
                  <a16:creationId xmlns:a16="http://schemas.microsoft.com/office/drawing/2014/main" id="{58EC3C3C-BB30-A744-B4EA-002F8862B4C1}"/>
                </a:ext>
              </a:extLst>
            </p:cNvPr>
            <p:cNvSpPr/>
            <p:nvPr/>
          </p:nvSpPr>
          <p:spPr>
            <a:xfrm>
              <a:off x="6168007" y="3900994"/>
              <a:ext cx="565592" cy="21651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7BBE92BB-2288-42DD-1FB7-181224BD6AE0}"/>
                </a:ext>
              </a:extLst>
            </p:cNvPr>
            <p:cNvSpPr/>
            <p:nvPr/>
          </p:nvSpPr>
          <p:spPr>
            <a:xfrm>
              <a:off x="6168008" y="4236713"/>
              <a:ext cx="925234" cy="21651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C9508C83-60FB-FF9B-A0A4-D6F2FD50906A}"/>
                </a:ext>
              </a:extLst>
            </p:cNvPr>
            <p:cNvSpPr/>
            <p:nvPr/>
          </p:nvSpPr>
          <p:spPr>
            <a:xfrm>
              <a:off x="6168008" y="3581056"/>
              <a:ext cx="1152128" cy="216519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9" name="Rectángulo 48">
              <a:extLst>
                <a:ext uri="{FF2B5EF4-FFF2-40B4-BE49-F238E27FC236}">
                  <a16:creationId xmlns:a16="http://schemas.microsoft.com/office/drawing/2014/main" id="{99FF9A11-FF30-D913-3B80-0ABBBD3E76EB}"/>
                </a:ext>
              </a:extLst>
            </p:cNvPr>
            <p:cNvSpPr/>
            <p:nvPr/>
          </p:nvSpPr>
          <p:spPr>
            <a:xfrm>
              <a:off x="6168008" y="3900994"/>
              <a:ext cx="1152128" cy="216519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0" name="Rectángulo 49">
              <a:extLst>
                <a:ext uri="{FF2B5EF4-FFF2-40B4-BE49-F238E27FC236}">
                  <a16:creationId xmlns:a16="http://schemas.microsoft.com/office/drawing/2014/main" id="{D3B02CF8-7CC6-0519-AD9B-7E1FB8778835}"/>
                </a:ext>
              </a:extLst>
            </p:cNvPr>
            <p:cNvSpPr/>
            <p:nvPr/>
          </p:nvSpPr>
          <p:spPr>
            <a:xfrm>
              <a:off x="6168008" y="4232954"/>
              <a:ext cx="1152128" cy="216519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54" name="Grupo 53">
            <a:extLst>
              <a:ext uri="{FF2B5EF4-FFF2-40B4-BE49-F238E27FC236}">
                <a16:creationId xmlns:a16="http://schemas.microsoft.com/office/drawing/2014/main" id="{83776982-E60B-C441-347A-878C0AEF4879}"/>
              </a:ext>
            </a:extLst>
          </p:cNvPr>
          <p:cNvGrpSpPr/>
          <p:nvPr/>
        </p:nvGrpSpPr>
        <p:grpSpPr>
          <a:xfrm>
            <a:off x="10144028" y="3487344"/>
            <a:ext cx="1523038" cy="916751"/>
            <a:chOff x="5797098" y="3581056"/>
            <a:chExt cx="1523038" cy="916751"/>
          </a:xfrm>
        </p:grpSpPr>
        <p:grpSp>
          <p:nvGrpSpPr>
            <p:cNvPr id="55" name="Grupo 54">
              <a:extLst>
                <a:ext uri="{FF2B5EF4-FFF2-40B4-BE49-F238E27FC236}">
                  <a16:creationId xmlns:a16="http://schemas.microsoft.com/office/drawing/2014/main" id="{C0C26F5A-A819-503D-43B0-93C2648E6AA4}"/>
                </a:ext>
              </a:extLst>
            </p:cNvPr>
            <p:cNvGrpSpPr/>
            <p:nvPr/>
          </p:nvGrpSpPr>
          <p:grpSpPr>
            <a:xfrm>
              <a:off x="5797098" y="3590271"/>
              <a:ext cx="313185" cy="907536"/>
              <a:chOff x="5797098" y="3590271"/>
              <a:chExt cx="313185" cy="907536"/>
            </a:xfrm>
          </p:grpSpPr>
          <p:sp>
            <p:nvSpPr>
              <p:cNvPr id="62" name="Corazón 61">
                <a:extLst>
                  <a:ext uri="{FF2B5EF4-FFF2-40B4-BE49-F238E27FC236}">
                    <a16:creationId xmlns:a16="http://schemas.microsoft.com/office/drawing/2014/main" id="{41417F11-9EDF-2784-19F8-0A4D5BCC388A}"/>
                  </a:ext>
                </a:extLst>
              </p:cNvPr>
              <p:cNvSpPr/>
              <p:nvPr/>
            </p:nvSpPr>
            <p:spPr>
              <a:xfrm>
                <a:off x="5845678" y="3590271"/>
                <a:ext cx="216024" cy="216519"/>
              </a:xfrm>
              <a:prstGeom prst="hear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pic>
            <p:nvPicPr>
              <p:cNvPr id="63" name="Gráfico 62" descr="Puño cerrado con relleno sólido">
                <a:extLst>
                  <a:ext uri="{FF2B5EF4-FFF2-40B4-BE49-F238E27FC236}">
                    <a16:creationId xmlns:a16="http://schemas.microsoft.com/office/drawing/2014/main" id="{E883B03A-B867-6C2C-E22D-DFC2BEB4DB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797098" y="3858164"/>
                <a:ext cx="313184" cy="313184"/>
              </a:xfrm>
              <a:prstGeom prst="rect">
                <a:avLst/>
              </a:prstGeom>
            </p:spPr>
          </p:pic>
          <p:pic>
            <p:nvPicPr>
              <p:cNvPr id="64" name="Gráfico 63" descr="Ojo con relleno sólido">
                <a:extLst>
                  <a:ext uri="{FF2B5EF4-FFF2-40B4-BE49-F238E27FC236}">
                    <a16:creationId xmlns:a16="http://schemas.microsoft.com/office/drawing/2014/main" id="{9A6E1D0D-F456-1EE8-B2C6-66FDFE933B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5797098" y="4184622"/>
                <a:ext cx="313185" cy="313185"/>
              </a:xfrm>
              <a:prstGeom prst="rect">
                <a:avLst/>
              </a:prstGeom>
            </p:spPr>
          </p:pic>
        </p:grpSp>
        <p:sp>
          <p:nvSpPr>
            <p:cNvPr id="56" name="Rectángulo 55">
              <a:extLst>
                <a:ext uri="{FF2B5EF4-FFF2-40B4-BE49-F238E27FC236}">
                  <a16:creationId xmlns:a16="http://schemas.microsoft.com/office/drawing/2014/main" id="{04257262-D057-DCB9-7146-AF5F7111B4E7}"/>
                </a:ext>
              </a:extLst>
            </p:cNvPr>
            <p:cNvSpPr/>
            <p:nvPr/>
          </p:nvSpPr>
          <p:spPr>
            <a:xfrm>
              <a:off x="6168007" y="3581056"/>
              <a:ext cx="621623" cy="21651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7" name="Rectángulo 56">
              <a:extLst>
                <a:ext uri="{FF2B5EF4-FFF2-40B4-BE49-F238E27FC236}">
                  <a16:creationId xmlns:a16="http://schemas.microsoft.com/office/drawing/2014/main" id="{A8215EB7-5E38-894B-F88D-7073182534D6}"/>
                </a:ext>
              </a:extLst>
            </p:cNvPr>
            <p:cNvSpPr/>
            <p:nvPr/>
          </p:nvSpPr>
          <p:spPr>
            <a:xfrm>
              <a:off x="6168008" y="3900994"/>
              <a:ext cx="981662" cy="21651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8" name="Rectángulo 57">
              <a:extLst>
                <a:ext uri="{FF2B5EF4-FFF2-40B4-BE49-F238E27FC236}">
                  <a16:creationId xmlns:a16="http://schemas.microsoft.com/office/drawing/2014/main" id="{C34167E9-2133-D6B1-6987-552BB54CEE98}"/>
                </a:ext>
              </a:extLst>
            </p:cNvPr>
            <p:cNvSpPr/>
            <p:nvPr/>
          </p:nvSpPr>
          <p:spPr>
            <a:xfrm>
              <a:off x="6168007" y="4236713"/>
              <a:ext cx="261583" cy="216519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59" name="Rectángulo 58">
              <a:extLst>
                <a:ext uri="{FF2B5EF4-FFF2-40B4-BE49-F238E27FC236}">
                  <a16:creationId xmlns:a16="http://schemas.microsoft.com/office/drawing/2014/main" id="{8EEB38C2-26E0-B140-234A-8BD4007F2EB8}"/>
                </a:ext>
              </a:extLst>
            </p:cNvPr>
            <p:cNvSpPr/>
            <p:nvPr/>
          </p:nvSpPr>
          <p:spPr>
            <a:xfrm>
              <a:off x="6168008" y="3581056"/>
              <a:ext cx="1152128" cy="216519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0" name="Rectángulo 59">
              <a:extLst>
                <a:ext uri="{FF2B5EF4-FFF2-40B4-BE49-F238E27FC236}">
                  <a16:creationId xmlns:a16="http://schemas.microsoft.com/office/drawing/2014/main" id="{97ECB60D-155A-4DC8-DBD5-FDC5E03C2C10}"/>
                </a:ext>
              </a:extLst>
            </p:cNvPr>
            <p:cNvSpPr/>
            <p:nvPr/>
          </p:nvSpPr>
          <p:spPr>
            <a:xfrm>
              <a:off x="6168008" y="3900994"/>
              <a:ext cx="1152128" cy="216519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61" name="Rectángulo 60">
              <a:extLst>
                <a:ext uri="{FF2B5EF4-FFF2-40B4-BE49-F238E27FC236}">
                  <a16:creationId xmlns:a16="http://schemas.microsoft.com/office/drawing/2014/main" id="{25F9ED09-EEF7-CCCF-73B1-4E9DC6EFADE9}"/>
                </a:ext>
              </a:extLst>
            </p:cNvPr>
            <p:cNvSpPr/>
            <p:nvPr/>
          </p:nvSpPr>
          <p:spPr>
            <a:xfrm>
              <a:off x="6168008" y="4232954"/>
              <a:ext cx="1152128" cy="216519"/>
            </a:xfrm>
            <a:prstGeom prst="rect">
              <a:avLst/>
            </a:prstGeom>
            <a:noFill/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pic>
        <p:nvPicPr>
          <p:cNvPr id="66" name="Gráfico 65" descr="Arco y flecha con relleno sólido">
            <a:extLst>
              <a:ext uri="{FF2B5EF4-FFF2-40B4-BE49-F238E27FC236}">
                <a16:creationId xmlns:a16="http://schemas.microsoft.com/office/drawing/2014/main" id="{26C77B90-1E51-DD9D-71CA-37B13BB2CB4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29888" y="3157212"/>
            <a:ext cx="246656" cy="246656"/>
          </a:xfrm>
          <a:prstGeom prst="rect">
            <a:avLst/>
          </a:prstGeom>
        </p:spPr>
      </p:pic>
      <p:pic>
        <p:nvPicPr>
          <p:cNvPr id="68" name="Gráfico 67" descr="Caballo con relleno sólido">
            <a:extLst>
              <a:ext uri="{FF2B5EF4-FFF2-40B4-BE49-F238E27FC236}">
                <a16:creationId xmlns:a16="http://schemas.microsoft.com/office/drawing/2014/main" id="{44A14EBA-8528-F2F8-1A36-DA9CF015F8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298864" y="3124003"/>
            <a:ext cx="270748" cy="270748"/>
          </a:xfrm>
          <a:prstGeom prst="rect">
            <a:avLst/>
          </a:prstGeom>
        </p:spPr>
      </p:pic>
      <p:pic>
        <p:nvPicPr>
          <p:cNvPr id="70" name="Gráfico 69" descr="Espada con relleno sólido">
            <a:extLst>
              <a:ext uri="{FF2B5EF4-FFF2-40B4-BE49-F238E27FC236}">
                <a16:creationId xmlns:a16="http://schemas.microsoft.com/office/drawing/2014/main" id="{627FF922-CF06-A1BE-DF1A-113A0FB56EA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78229" y="3156223"/>
            <a:ext cx="225883" cy="215680"/>
          </a:xfrm>
          <a:prstGeom prst="rect">
            <a:avLst/>
          </a:prstGeom>
        </p:spPr>
      </p:pic>
      <p:grpSp>
        <p:nvGrpSpPr>
          <p:cNvPr id="71" name="Grupo 70">
            <a:extLst>
              <a:ext uri="{FF2B5EF4-FFF2-40B4-BE49-F238E27FC236}">
                <a16:creationId xmlns:a16="http://schemas.microsoft.com/office/drawing/2014/main" id="{3682FEF7-8EC2-474A-4783-F9CA00E174A8}"/>
              </a:ext>
            </a:extLst>
          </p:cNvPr>
          <p:cNvGrpSpPr/>
          <p:nvPr/>
        </p:nvGrpSpPr>
        <p:grpSpPr>
          <a:xfrm>
            <a:off x="5653239" y="4916924"/>
            <a:ext cx="1922338" cy="1320364"/>
            <a:chOff x="7716180" y="1436839"/>
            <a:chExt cx="1922338" cy="1862048"/>
          </a:xfrm>
          <a:solidFill>
            <a:schemeClr val="bg1">
              <a:lumMod val="95000"/>
            </a:schemeClr>
          </a:solidFill>
        </p:grpSpPr>
        <p:sp>
          <p:nvSpPr>
            <p:cNvPr id="72" name="Rectángulo 71">
              <a:extLst>
                <a:ext uri="{FF2B5EF4-FFF2-40B4-BE49-F238E27FC236}">
                  <a16:creationId xmlns:a16="http://schemas.microsoft.com/office/drawing/2014/main" id="{56BE20F3-EE4A-BC8B-B624-8884E481A740}"/>
                </a:ext>
              </a:extLst>
            </p:cNvPr>
            <p:cNvSpPr/>
            <p:nvPr/>
          </p:nvSpPr>
          <p:spPr>
            <a:xfrm>
              <a:off x="7716180" y="1436839"/>
              <a:ext cx="1922338" cy="186204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3" name="CuadroTexto 72">
              <a:extLst>
                <a:ext uri="{FF2B5EF4-FFF2-40B4-BE49-F238E27FC236}">
                  <a16:creationId xmlns:a16="http://schemas.microsoft.com/office/drawing/2014/main" id="{7634A041-71B3-1BE3-A55B-A25D864C569F}"/>
                </a:ext>
              </a:extLst>
            </p:cNvPr>
            <p:cNvSpPr txBox="1"/>
            <p:nvPr/>
          </p:nvSpPr>
          <p:spPr>
            <a:xfrm>
              <a:off x="7895846" y="1502449"/>
              <a:ext cx="1563005" cy="338951"/>
            </a:xfrm>
            <a:prstGeom prst="rect">
              <a:avLst/>
            </a:prstGeom>
            <a:grpFill/>
          </p:spPr>
          <p:txBody>
            <a:bodyPr vert="horz" wrap="square" lIns="0" tIns="7312" rIns="0" bIns="0" rtlCol="0">
              <a:spAutoFit/>
            </a:bodyPr>
            <a:lstStyle/>
            <a:p>
              <a:pPr marL="7696" algn="ctr">
                <a:spcBef>
                  <a:spcPts val="600"/>
                </a:spcBef>
              </a:pPr>
              <a:r>
                <a:rPr lang="es-ES" sz="1400" b="1" dirty="0">
                  <a:solidFill>
                    <a:schemeClr val="accent1"/>
                  </a:solidFill>
                  <a:cs typeface="Trebuchet MS"/>
                </a:rPr>
                <a:t>Frente a frente</a:t>
              </a:r>
            </a:p>
          </p:txBody>
        </p:sp>
      </p:grpSp>
      <p:grpSp>
        <p:nvGrpSpPr>
          <p:cNvPr id="74" name="Grupo 73">
            <a:extLst>
              <a:ext uri="{FF2B5EF4-FFF2-40B4-BE49-F238E27FC236}">
                <a16:creationId xmlns:a16="http://schemas.microsoft.com/office/drawing/2014/main" id="{479C65ED-9EF2-4DC6-BA2B-FE351D305E47}"/>
              </a:ext>
            </a:extLst>
          </p:cNvPr>
          <p:cNvGrpSpPr/>
          <p:nvPr/>
        </p:nvGrpSpPr>
        <p:grpSpPr>
          <a:xfrm>
            <a:off x="7768161" y="4926315"/>
            <a:ext cx="1922338" cy="1320363"/>
            <a:chOff x="7716180" y="1436839"/>
            <a:chExt cx="1922338" cy="1862048"/>
          </a:xfrm>
          <a:solidFill>
            <a:schemeClr val="bg1">
              <a:lumMod val="95000"/>
            </a:schemeClr>
          </a:solidFill>
        </p:grpSpPr>
        <p:sp>
          <p:nvSpPr>
            <p:cNvPr id="75" name="Rectángulo 74">
              <a:extLst>
                <a:ext uri="{FF2B5EF4-FFF2-40B4-BE49-F238E27FC236}">
                  <a16:creationId xmlns:a16="http://schemas.microsoft.com/office/drawing/2014/main" id="{6D52E2C6-A8D8-D53E-DB44-4FAAE208F7D0}"/>
                </a:ext>
              </a:extLst>
            </p:cNvPr>
            <p:cNvSpPr/>
            <p:nvPr/>
          </p:nvSpPr>
          <p:spPr>
            <a:xfrm>
              <a:off x="7716180" y="1436839"/>
              <a:ext cx="1922338" cy="186204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6" name="CuadroTexto 75">
              <a:extLst>
                <a:ext uri="{FF2B5EF4-FFF2-40B4-BE49-F238E27FC236}">
                  <a16:creationId xmlns:a16="http://schemas.microsoft.com/office/drawing/2014/main" id="{9E6A8FDF-A477-4D8A-2A8F-AB7F35877E42}"/>
                </a:ext>
              </a:extLst>
            </p:cNvPr>
            <p:cNvSpPr txBox="1"/>
            <p:nvPr/>
          </p:nvSpPr>
          <p:spPr>
            <a:xfrm>
              <a:off x="7895846" y="1498625"/>
              <a:ext cx="1563005" cy="338951"/>
            </a:xfrm>
            <a:prstGeom prst="rect">
              <a:avLst/>
            </a:prstGeom>
            <a:grpFill/>
          </p:spPr>
          <p:txBody>
            <a:bodyPr vert="horz" wrap="square" lIns="0" tIns="7312" rIns="0" bIns="0" rtlCol="0">
              <a:spAutoFit/>
            </a:bodyPr>
            <a:lstStyle/>
            <a:p>
              <a:pPr marL="7696" algn="ctr">
                <a:spcBef>
                  <a:spcPts val="600"/>
                </a:spcBef>
              </a:pPr>
              <a:r>
                <a:rPr lang="es-ES" sz="1400" b="1" dirty="0">
                  <a:solidFill>
                    <a:schemeClr val="accent1"/>
                  </a:solidFill>
                  <a:cs typeface="Trebuchet MS"/>
                </a:rPr>
                <a:t>Rodeados</a:t>
              </a:r>
            </a:p>
          </p:txBody>
        </p:sp>
      </p:grpSp>
      <p:grpSp>
        <p:nvGrpSpPr>
          <p:cNvPr id="77" name="Grupo 76">
            <a:extLst>
              <a:ext uri="{FF2B5EF4-FFF2-40B4-BE49-F238E27FC236}">
                <a16:creationId xmlns:a16="http://schemas.microsoft.com/office/drawing/2014/main" id="{6CDAF941-60C4-2FC6-C284-E0ABF3516741}"/>
              </a:ext>
            </a:extLst>
          </p:cNvPr>
          <p:cNvGrpSpPr/>
          <p:nvPr/>
        </p:nvGrpSpPr>
        <p:grpSpPr>
          <a:xfrm>
            <a:off x="9944378" y="4926316"/>
            <a:ext cx="1922338" cy="1320362"/>
            <a:chOff x="7716180" y="1436839"/>
            <a:chExt cx="1922338" cy="1862048"/>
          </a:xfrm>
          <a:solidFill>
            <a:schemeClr val="bg1">
              <a:lumMod val="95000"/>
            </a:schemeClr>
          </a:solidFill>
        </p:grpSpPr>
        <p:sp>
          <p:nvSpPr>
            <p:cNvPr id="78" name="Rectángulo 77">
              <a:extLst>
                <a:ext uri="{FF2B5EF4-FFF2-40B4-BE49-F238E27FC236}">
                  <a16:creationId xmlns:a16="http://schemas.microsoft.com/office/drawing/2014/main" id="{6FE94277-7C78-C96E-E7AB-C56E0409F93E}"/>
                </a:ext>
              </a:extLst>
            </p:cNvPr>
            <p:cNvSpPr/>
            <p:nvPr/>
          </p:nvSpPr>
          <p:spPr>
            <a:xfrm>
              <a:off x="7716180" y="1436839"/>
              <a:ext cx="1922338" cy="186204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9" name="CuadroTexto 78">
              <a:extLst>
                <a:ext uri="{FF2B5EF4-FFF2-40B4-BE49-F238E27FC236}">
                  <a16:creationId xmlns:a16="http://schemas.microsoft.com/office/drawing/2014/main" id="{AED90D4E-200E-FFCA-8543-077838107EB4}"/>
                </a:ext>
              </a:extLst>
            </p:cNvPr>
            <p:cNvSpPr txBox="1"/>
            <p:nvPr/>
          </p:nvSpPr>
          <p:spPr>
            <a:xfrm>
              <a:off x="7910836" y="1471316"/>
              <a:ext cx="1563005" cy="338951"/>
            </a:xfrm>
            <a:prstGeom prst="rect">
              <a:avLst/>
            </a:prstGeom>
            <a:grpFill/>
          </p:spPr>
          <p:txBody>
            <a:bodyPr vert="horz" wrap="square" lIns="0" tIns="7312" rIns="0" bIns="0" rtlCol="0">
              <a:spAutoFit/>
            </a:bodyPr>
            <a:lstStyle/>
            <a:p>
              <a:pPr marL="7696" algn="ctr">
                <a:spcBef>
                  <a:spcPts val="600"/>
                </a:spcBef>
              </a:pPr>
              <a:r>
                <a:rPr lang="es-ES" sz="1400" b="1" dirty="0">
                  <a:solidFill>
                    <a:schemeClr val="accent1"/>
                  </a:solidFill>
                  <a:cs typeface="Trebuchet MS"/>
                </a:rPr>
                <a:t>Aleatorio</a:t>
              </a:r>
            </a:p>
          </p:txBody>
        </p:sp>
      </p:grpSp>
      <p:sp>
        <p:nvSpPr>
          <p:cNvPr id="80" name="object 4">
            <a:extLst>
              <a:ext uri="{FF2B5EF4-FFF2-40B4-BE49-F238E27FC236}">
                <a16:creationId xmlns:a16="http://schemas.microsoft.com/office/drawing/2014/main" id="{FAC6CCCC-F005-2895-4ED9-F4A5A2AE8118}"/>
              </a:ext>
            </a:extLst>
          </p:cNvPr>
          <p:cNvSpPr txBox="1"/>
          <p:nvPr/>
        </p:nvSpPr>
        <p:spPr>
          <a:xfrm>
            <a:off x="359430" y="4081676"/>
            <a:ext cx="4265757" cy="173893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Aprovechándonos de las </a:t>
            </a:r>
            <a:r>
              <a:rPr kumimoji="0" lang="es-ES" sz="1100" b="1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ventajas de la Computación Cuántica 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podemos </a:t>
            </a:r>
            <a:r>
              <a:rPr kumimoji="0" lang="es-ES" sz="1100" b="1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procesar todo el espacio de estados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 de manera eficiente. Hay diferentes vías…</a:t>
            </a:r>
            <a:endParaRPr lang="es-ES" sz="1100" dirty="0">
              <a:solidFill>
                <a:srgbClr val="004254"/>
              </a:solidFill>
              <a:latin typeface="ForFuture San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Quantum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Random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 </a:t>
            </a:r>
            <a:r>
              <a:rPr kumimoji="0" lang="es-E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Walks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.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100" dirty="0">
                <a:solidFill>
                  <a:srgbClr val="004254"/>
                </a:solidFill>
                <a:latin typeface="ForFuture Sans"/>
              </a:rPr>
              <a:t>Quantum </a:t>
            </a:r>
            <a:r>
              <a:rPr lang="es-ES" sz="1100" dirty="0" err="1">
                <a:solidFill>
                  <a:srgbClr val="004254"/>
                </a:solidFill>
                <a:latin typeface="ForFuture Sans"/>
              </a:rPr>
              <a:t>Approximate</a:t>
            </a:r>
            <a:r>
              <a:rPr lang="es-ES" sz="1100" dirty="0">
                <a:solidFill>
                  <a:srgbClr val="004254"/>
                </a:solidFill>
                <a:latin typeface="ForFuture Sans"/>
              </a:rPr>
              <a:t> </a:t>
            </a:r>
            <a:r>
              <a:rPr lang="es-ES" sz="1100" dirty="0" err="1">
                <a:solidFill>
                  <a:srgbClr val="004254"/>
                </a:solidFill>
                <a:latin typeface="ForFuture Sans"/>
              </a:rPr>
              <a:t>Optimization</a:t>
            </a:r>
            <a:r>
              <a:rPr lang="es-ES" sz="1100" dirty="0">
                <a:solidFill>
                  <a:srgbClr val="004254"/>
                </a:solidFill>
                <a:latin typeface="ForFuture Sans"/>
              </a:rPr>
              <a:t> </a:t>
            </a:r>
            <a:r>
              <a:rPr lang="es-ES" sz="1100" dirty="0" err="1">
                <a:solidFill>
                  <a:srgbClr val="004254"/>
                </a:solidFill>
                <a:latin typeface="ForFuture Sans"/>
              </a:rPr>
              <a:t>Algorithm</a:t>
            </a:r>
            <a:r>
              <a:rPr lang="es-ES" sz="1100" dirty="0">
                <a:solidFill>
                  <a:srgbClr val="004254"/>
                </a:solidFill>
                <a:latin typeface="ForFuture Sans"/>
              </a:rPr>
              <a:t>.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Mapeo </a:t>
            </a:r>
            <a:r>
              <a:rPr lang="es-ES" sz="1100" dirty="0">
                <a:solidFill>
                  <a:srgbClr val="004254"/>
                </a:solidFill>
                <a:latin typeface="ForFuture Sans"/>
              </a:rPr>
              <a:t>a un sistema físico y simulación de este.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Soluciones basadas en Quantum Machine Learning.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100" dirty="0">
                <a:solidFill>
                  <a:srgbClr val="004254"/>
                </a:solidFill>
                <a:latin typeface="ForFuture Sans"/>
              </a:rPr>
              <a:t>…</a:t>
            </a:r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srgbClr val="004254"/>
              </a:solidFill>
              <a:effectLst/>
              <a:uLnTx/>
              <a:uFillTx/>
              <a:latin typeface="ForFuture Sans"/>
              <a:ea typeface="+mn-ea"/>
              <a:cs typeface="+mn-cs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3F0A97B8-F757-2CD4-154B-B2385067E8F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601263" y="458115"/>
            <a:ext cx="857250" cy="1143000"/>
          </a:xfrm>
          <a:prstGeom prst="rect">
            <a:avLst/>
          </a:prstGeom>
        </p:spPr>
      </p:pic>
      <p:pic>
        <p:nvPicPr>
          <p:cNvPr id="14" name="Gráfico 13">
            <a:extLst>
              <a:ext uri="{FF2B5EF4-FFF2-40B4-BE49-F238E27FC236}">
                <a16:creationId xmlns:a16="http://schemas.microsoft.com/office/drawing/2014/main" id="{3F6907AC-FD85-2409-AA3C-F3A577E1745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312141" y="449807"/>
            <a:ext cx="857250" cy="1143000"/>
          </a:xfrm>
          <a:prstGeom prst="rect">
            <a:avLst/>
          </a:prstGeom>
        </p:spPr>
      </p:pic>
      <p:pic>
        <p:nvPicPr>
          <p:cNvPr id="13" name="Imagen 12" descr="Gráfico, Gráfico de dispersión, Gráfico de burbujas&#10;&#10;El contenido generado por IA puede ser incorrecto.">
            <a:extLst>
              <a:ext uri="{FF2B5EF4-FFF2-40B4-BE49-F238E27FC236}">
                <a16:creationId xmlns:a16="http://schemas.microsoft.com/office/drawing/2014/main" id="{6249E6B2-6C9C-0F9A-7743-B6D395001B91}"/>
              </a:ext>
            </a:extLst>
          </p:cNvPr>
          <p:cNvPicPr>
            <a:picLocks noChangeAspect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161459"/>
            <a:ext cx="1061717" cy="1061717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C2407AC9-D0B5-AE10-AA23-EC9154925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0325" y="5174458"/>
            <a:ext cx="1035718" cy="1035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ABD4AAA-D6F6-26B0-E5F3-91B06D5E3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9196" y="5185966"/>
            <a:ext cx="1012702" cy="1012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7739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F79D9-4D3F-68D2-2923-BEEE86BDF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A94CF87-B156-3D02-895E-68CE4BF55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6"/>
            <a:ext cx="5035130" cy="873124"/>
          </a:xfrm>
        </p:spPr>
        <p:txBody>
          <a:bodyPr/>
          <a:lstStyle/>
          <a:p>
            <a:r>
              <a:rPr lang="es-ES" dirty="0"/>
              <a:t>El desafío:</a:t>
            </a:r>
            <a:br>
              <a:rPr lang="es-ES" dirty="0"/>
            </a:br>
            <a:r>
              <a:rPr lang="es-ES" sz="2400" dirty="0">
                <a:solidFill>
                  <a:schemeClr val="accent1"/>
                </a:solidFill>
              </a:rPr>
              <a:t>Flujo de la simulación</a:t>
            </a:r>
            <a:endParaRPr lang="es-ES" dirty="0">
              <a:solidFill>
                <a:schemeClr val="accent1"/>
              </a:solidFill>
            </a:endParaRPr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8BE758D8-A8CB-F7BD-5005-27F11DD2069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INDRA • Quantum Hack • 13/12/2025</a:t>
            </a:r>
            <a:endParaRPr kumimoji="0" lang="es-ES" sz="800" b="0" i="0" u="none" strike="noStrike" kern="1200" cap="none" spc="0" normalizeH="0" baseline="0" noProof="0" dirty="0">
              <a:ln>
                <a:noFill/>
              </a:ln>
              <a:solidFill>
                <a:srgbClr val="004254"/>
              </a:solidFill>
              <a:effectLst/>
              <a:uLnTx/>
              <a:uFillTx/>
              <a:latin typeface="ForFuture Sans"/>
              <a:ea typeface="+mn-ea"/>
              <a:cs typeface="+mn-cs"/>
            </a:endParaRPr>
          </a:p>
        </p:txBody>
      </p:sp>
      <p:sp>
        <p:nvSpPr>
          <p:cNvPr id="3" name="Rectangle 102">
            <a:extLst>
              <a:ext uri="{FF2B5EF4-FFF2-40B4-BE49-F238E27FC236}">
                <a16:creationId xmlns:a16="http://schemas.microsoft.com/office/drawing/2014/main" id="{69201929-6392-869D-71DC-F028620A85C2}"/>
              </a:ext>
            </a:extLst>
          </p:cNvPr>
          <p:cNvSpPr/>
          <p:nvPr/>
        </p:nvSpPr>
        <p:spPr>
          <a:xfrm>
            <a:off x="695400" y="1628800"/>
            <a:ext cx="2142190" cy="4753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/>
                </a:solidFill>
              </a:rPr>
              <a:t>Paso 0: Preparación</a:t>
            </a:r>
          </a:p>
        </p:txBody>
      </p:sp>
      <p:sp>
        <p:nvSpPr>
          <p:cNvPr id="4" name="Rectangle 102">
            <a:extLst>
              <a:ext uri="{FF2B5EF4-FFF2-40B4-BE49-F238E27FC236}">
                <a16:creationId xmlns:a16="http://schemas.microsoft.com/office/drawing/2014/main" id="{91394A49-B127-CE3A-41C6-90791F6AB879}"/>
              </a:ext>
            </a:extLst>
          </p:cNvPr>
          <p:cNvSpPr/>
          <p:nvPr/>
        </p:nvSpPr>
        <p:spPr>
          <a:xfrm>
            <a:off x="3071663" y="1632522"/>
            <a:ext cx="3600399" cy="4753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/>
                </a:solidFill>
              </a:rPr>
              <a:t>Paso 1: Turno del Equipo Cuántico</a:t>
            </a:r>
          </a:p>
        </p:txBody>
      </p:sp>
      <p:sp>
        <p:nvSpPr>
          <p:cNvPr id="6" name="Rectangle 102">
            <a:extLst>
              <a:ext uri="{FF2B5EF4-FFF2-40B4-BE49-F238E27FC236}">
                <a16:creationId xmlns:a16="http://schemas.microsoft.com/office/drawing/2014/main" id="{43BB75D8-9BB8-3B4A-1594-A0115A3788C3}"/>
              </a:ext>
            </a:extLst>
          </p:cNvPr>
          <p:cNvSpPr/>
          <p:nvPr/>
        </p:nvSpPr>
        <p:spPr>
          <a:xfrm>
            <a:off x="6921355" y="1628800"/>
            <a:ext cx="2142190" cy="4753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/>
                </a:solidFill>
              </a:rPr>
              <a:t>Paso 2: Turno del Equipo Clásico</a:t>
            </a:r>
          </a:p>
        </p:txBody>
      </p:sp>
      <p:sp>
        <p:nvSpPr>
          <p:cNvPr id="7" name="Rectangle 102">
            <a:extLst>
              <a:ext uri="{FF2B5EF4-FFF2-40B4-BE49-F238E27FC236}">
                <a16:creationId xmlns:a16="http://schemas.microsoft.com/office/drawing/2014/main" id="{7C69E85A-D9E7-C9C5-3744-67FB76D5C750}"/>
              </a:ext>
            </a:extLst>
          </p:cNvPr>
          <p:cNvSpPr/>
          <p:nvPr/>
        </p:nvSpPr>
        <p:spPr>
          <a:xfrm>
            <a:off x="9330354" y="1628800"/>
            <a:ext cx="2142190" cy="47537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 dirty="0">
                <a:solidFill>
                  <a:schemeClr val="tx1"/>
                </a:solidFill>
              </a:rPr>
              <a:t>Paso 3: Reinicio de ronda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1F995DE-F2A2-2016-903B-D0688546AD4C}"/>
              </a:ext>
            </a:extLst>
          </p:cNvPr>
          <p:cNvSpPr/>
          <p:nvPr/>
        </p:nvSpPr>
        <p:spPr>
          <a:xfrm>
            <a:off x="695400" y="2132856"/>
            <a:ext cx="2142190" cy="23042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</a:rPr>
              <a:t>Escoger el </a:t>
            </a:r>
            <a:r>
              <a:rPr lang="es-ES" sz="1200" b="1" dirty="0">
                <a:solidFill>
                  <a:schemeClr val="tx1"/>
                </a:solidFill>
              </a:rPr>
              <a:t>número de unidades</a:t>
            </a:r>
            <a:r>
              <a:rPr lang="es-ES" sz="1200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s-E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</a:rPr>
              <a:t>Determinar la </a:t>
            </a:r>
            <a:r>
              <a:rPr lang="es-ES" sz="1200" b="1" dirty="0">
                <a:solidFill>
                  <a:schemeClr val="tx1"/>
                </a:solidFill>
              </a:rPr>
              <a:t>posición inicial</a:t>
            </a:r>
            <a:r>
              <a:rPr lang="es-ES" sz="1200" dirty="0">
                <a:solidFill>
                  <a:schemeClr val="tx1"/>
                </a:solidFill>
              </a:rPr>
              <a:t> de los equipos (frente a frente, rodeados…).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E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</a:rPr>
              <a:t>Escoger los </a:t>
            </a:r>
            <a:r>
              <a:rPr lang="es-ES" sz="1200" b="1" dirty="0">
                <a:solidFill>
                  <a:schemeClr val="tx1"/>
                </a:solidFill>
              </a:rPr>
              <a:t>parámetros cuánticos</a:t>
            </a:r>
            <a:r>
              <a:rPr lang="es-ES" sz="1200" dirty="0">
                <a:solidFill>
                  <a:schemeClr val="tx1"/>
                </a:solidFill>
              </a:rPr>
              <a:t> para la simulación.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B54A2BD-B9DF-54CF-3032-E011E8B77179}"/>
              </a:ext>
            </a:extLst>
          </p:cNvPr>
          <p:cNvSpPr/>
          <p:nvPr/>
        </p:nvSpPr>
        <p:spPr>
          <a:xfrm>
            <a:off x="3071664" y="2132856"/>
            <a:ext cx="1782000" cy="23042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</a:rPr>
              <a:t>Ejecución de un </a:t>
            </a:r>
            <a:r>
              <a:rPr lang="es-ES" sz="1200" b="1" dirty="0">
                <a:solidFill>
                  <a:schemeClr val="tx1"/>
                </a:solidFill>
              </a:rPr>
              <a:t>algoritmo cuántico </a:t>
            </a:r>
            <a:r>
              <a:rPr lang="es-ES" sz="1200" dirty="0">
                <a:solidFill>
                  <a:schemeClr val="tx1"/>
                </a:solidFill>
              </a:rPr>
              <a:t>que determine las </a:t>
            </a:r>
            <a:r>
              <a:rPr lang="es-ES" sz="1200" b="1" dirty="0">
                <a:solidFill>
                  <a:schemeClr val="tx1"/>
                </a:solidFill>
              </a:rPr>
              <a:t>nuevas posiciones </a:t>
            </a:r>
            <a:r>
              <a:rPr lang="es-ES" sz="1200" dirty="0">
                <a:solidFill>
                  <a:schemeClr val="tx1"/>
                </a:solidFill>
              </a:rPr>
              <a:t>de las unidades en función del mapa.</a:t>
            </a:r>
          </a:p>
          <a:p>
            <a:pPr algn="ctr"/>
            <a:endParaRPr lang="es-ES" sz="1200" dirty="0">
              <a:solidFill>
                <a:schemeClr val="tx1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3BE6A2-C747-0A02-91CE-A40B25FA8C4F}"/>
              </a:ext>
            </a:extLst>
          </p:cNvPr>
          <p:cNvSpPr/>
          <p:nvPr/>
        </p:nvSpPr>
        <p:spPr>
          <a:xfrm>
            <a:off x="4871864" y="2132856"/>
            <a:ext cx="1800198" cy="23042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</a:rPr>
              <a:t>Actualización de las posiciones y </a:t>
            </a:r>
            <a:r>
              <a:rPr lang="es-ES" sz="1200" b="1" dirty="0">
                <a:solidFill>
                  <a:schemeClr val="tx1"/>
                </a:solidFill>
              </a:rPr>
              <a:t>ataque a las unidades del equipo clásico</a:t>
            </a:r>
            <a:r>
              <a:rPr lang="es-ES" sz="1200" dirty="0">
                <a:solidFill>
                  <a:schemeClr val="tx1"/>
                </a:solidFill>
              </a:rPr>
              <a:t> si están a alcance. Eliminación de unidades derrotadas.</a:t>
            </a:r>
          </a:p>
          <a:p>
            <a:pPr algn="ctr"/>
            <a:endParaRPr lang="es-ES" sz="1200" dirty="0">
              <a:solidFill>
                <a:schemeClr val="tx1"/>
              </a:solidFill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7E449CE-F3D1-F0BF-2CCE-F6EFF75455BE}"/>
              </a:ext>
            </a:extLst>
          </p:cNvPr>
          <p:cNvSpPr/>
          <p:nvPr/>
        </p:nvSpPr>
        <p:spPr>
          <a:xfrm>
            <a:off x="6921355" y="2132856"/>
            <a:ext cx="2142190" cy="23042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b="1" dirty="0">
                <a:solidFill>
                  <a:schemeClr val="tx1"/>
                </a:solidFill>
              </a:rPr>
              <a:t>Movimiento</a:t>
            </a:r>
            <a:r>
              <a:rPr lang="es-ES" sz="1200" dirty="0">
                <a:solidFill>
                  <a:schemeClr val="tx1"/>
                </a:solidFill>
              </a:rPr>
              <a:t> de cada unidad determinado por la </a:t>
            </a:r>
            <a:r>
              <a:rPr lang="es-ES" sz="1200" b="1" dirty="0">
                <a:solidFill>
                  <a:schemeClr val="tx1"/>
                </a:solidFill>
              </a:rPr>
              <a:t>estrategia fijada </a:t>
            </a:r>
            <a:r>
              <a:rPr lang="es-ES" sz="1200" dirty="0">
                <a:solidFill>
                  <a:schemeClr val="tx1"/>
                </a:solidFill>
              </a:rPr>
              <a:t>(movimiento aleatorio).</a:t>
            </a:r>
          </a:p>
          <a:p>
            <a:pPr algn="ctr"/>
            <a:endParaRPr lang="es-ES" sz="12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b="1" dirty="0">
                <a:solidFill>
                  <a:schemeClr val="tx1"/>
                </a:solidFill>
              </a:rPr>
              <a:t>Ataque a las unidades del equipo cuántico </a:t>
            </a:r>
            <a:r>
              <a:rPr lang="es-ES" sz="1200" dirty="0">
                <a:solidFill>
                  <a:schemeClr val="tx1"/>
                </a:solidFill>
              </a:rPr>
              <a:t>si están a alcance. Eliminación de unidades derrotadas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9938BAD-F7FE-034B-8BCB-14302E1FA8EA}"/>
              </a:ext>
            </a:extLst>
          </p:cNvPr>
          <p:cNvSpPr/>
          <p:nvPr/>
        </p:nvSpPr>
        <p:spPr>
          <a:xfrm>
            <a:off x="9330354" y="2132856"/>
            <a:ext cx="2142190" cy="23042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b="1" dirty="0">
                <a:solidFill>
                  <a:schemeClr val="tx1"/>
                </a:solidFill>
              </a:rPr>
              <a:t>Comprobación de las condiciones de victoria</a:t>
            </a:r>
            <a:r>
              <a:rPr lang="es-ES" sz="1200" dirty="0">
                <a:solidFill>
                  <a:schemeClr val="tx1"/>
                </a:solidFill>
              </a:rPr>
              <a:t>. Un equipo gana si: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s-ES" sz="1200" b="1" dirty="0">
                <a:solidFill>
                  <a:schemeClr val="tx1"/>
                </a:solidFill>
              </a:rPr>
              <a:t>No hay unidades enemigas</a:t>
            </a:r>
            <a:r>
              <a:rPr lang="es-ES" sz="1200" dirty="0">
                <a:solidFill>
                  <a:schemeClr val="tx1"/>
                </a:solidFill>
              </a:rPr>
              <a:t>.</a:t>
            </a:r>
          </a:p>
          <a:p>
            <a:pPr marL="628650" lvl="1" indent="-171450">
              <a:buFont typeface="Courier New" panose="02070309020205020404" pitchFamily="49" charset="0"/>
              <a:buChar char="o"/>
            </a:pPr>
            <a:r>
              <a:rPr lang="es-ES" sz="1200" dirty="0">
                <a:solidFill>
                  <a:schemeClr val="tx1"/>
                </a:solidFill>
              </a:rPr>
              <a:t>Acaba el número </a:t>
            </a:r>
            <a:r>
              <a:rPr lang="es-ES" sz="1200" b="1" dirty="0">
                <a:solidFill>
                  <a:schemeClr val="tx1"/>
                </a:solidFill>
              </a:rPr>
              <a:t>máximo de turnos </a:t>
            </a:r>
            <a:r>
              <a:rPr lang="es-ES" sz="1200" dirty="0">
                <a:solidFill>
                  <a:schemeClr val="tx1"/>
                </a:solidFill>
              </a:rPr>
              <a:t>con la </a:t>
            </a:r>
            <a:r>
              <a:rPr lang="es-ES" sz="1200" b="1" dirty="0">
                <a:solidFill>
                  <a:schemeClr val="tx1"/>
                </a:solidFill>
              </a:rPr>
              <a:t>mayor cantidad de unidades</a:t>
            </a:r>
            <a:r>
              <a:rPr lang="es-ES" sz="1200" dirty="0">
                <a:solidFill>
                  <a:schemeClr val="tx1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>
                <a:solidFill>
                  <a:schemeClr val="tx1"/>
                </a:solidFill>
              </a:rPr>
              <a:t>En caso contrario, volver al paso 1.</a:t>
            </a:r>
          </a:p>
          <a:p>
            <a:pPr algn="ctr"/>
            <a:endParaRPr lang="es-ES" sz="1200" dirty="0">
              <a:solidFill>
                <a:schemeClr val="tx1"/>
              </a:solidFill>
            </a:endParaRPr>
          </a:p>
        </p:txBody>
      </p:sp>
      <p:pic>
        <p:nvPicPr>
          <p:cNvPr id="14" name="Gráfico 13">
            <a:extLst>
              <a:ext uri="{FF2B5EF4-FFF2-40B4-BE49-F238E27FC236}">
                <a16:creationId xmlns:a16="http://schemas.microsoft.com/office/drawing/2014/main" id="{C4EEB823-83FB-4E3E-6CF1-CC3DB3F456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32201" y="405878"/>
            <a:ext cx="857250" cy="1143000"/>
          </a:xfrm>
          <a:prstGeom prst="rect">
            <a:avLst/>
          </a:prstGeom>
        </p:spPr>
      </p:pic>
      <p:sp>
        <p:nvSpPr>
          <p:cNvPr id="16" name="Rectángulo 15">
            <a:extLst>
              <a:ext uri="{FF2B5EF4-FFF2-40B4-BE49-F238E27FC236}">
                <a16:creationId xmlns:a16="http://schemas.microsoft.com/office/drawing/2014/main" id="{A91CADFA-267F-3ECB-1139-E3ADE46CDFB5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1055440" y="4581288"/>
            <a:ext cx="1440000" cy="1439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A5354D5D-857A-F0D1-D69D-F017A15DBF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158615"/>
              </p:ext>
            </p:extLst>
          </p:nvPr>
        </p:nvGraphicFramePr>
        <p:xfrm>
          <a:off x="1065296" y="4581288"/>
          <a:ext cx="144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772121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98035657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261813538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23908856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10611302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extLst>
                  <a:ext uri="{0D108BD9-81ED-4DB2-BD59-A6C34878D82A}">
                    <a16:rowId xmlns:a16="http://schemas.microsoft.com/office/drawing/2014/main" val="2113707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extLst>
                  <a:ext uri="{0D108BD9-81ED-4DB2-BD59-A6C34878D82A}">
                    <a16:rowId xmlns:a16="http://schemas.microsoft.com/office/drawing/2014/main" val="299823792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extLst>
                  <a:ext uri="{0D108BD9-81ED-4DB2-BD59-A6C34878D82A}">
                    <a16:rowId xmlns:a16="http://schemas.microsoft.com/office/drawing/2014/main" val="379804748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extLst>
                  <a:ext uri="{0D108BD9-81ED-4DB2-BD59-A6C34878D82A}">
                    <a16:rowId xmlns:a16="http://schemas.microsoft.com/office/drawing/2014/main" val="341066255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 marL="63425" marR="63425" marT="31712" marB="31712"/>
                </a:tc>
                <a:extLst>
                  <a:ext uri="{0D108BD9-81ED-4DB2-BD59-A6C34878D82A}">
                    <a16:rowId xmlns:a16="http://schemas.microsoft.com/office/drawing/2014/main" val="2181535286"/>
                  </a:ext>
                </a:extLst>
              </a:tr>
            </a:tbl>
          </a:graphicData>
        </a:graphic>
      </p:graphicFrame>
      <p:sp>
        <p:nvSpPr>
          <p:cNvPr id="18" name="Rectángulo 17">
            <a:extLst>
              <a:ext uri="{FF2B5EF4-FFF2-40B4-BE49-F238E27FC236}">
                <a16:creationId xmlns:a16="http://schemas.microsoft.com/office/drawing/2014/main" id="{5475B10E-ACCD-BDA0-179F-D3EABC91562C}"/>
              </a:ext>
            </a:extLst>
          </p:cNvPr>
          <p:cNvSpPr/>
          <p:nvPr/>
        </p:nvSpPr>
        <p:spPr>
          <a:xfrm>
            <a:off x="1245176" y="4755624"/>
            <a:ext cx="216024" cy="216024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C596427-455D-C80C-FFA9-441E97E8AD59}"/>
              </a:ext>
            </a:extLst>
          </p:cNvPr>
          <p:cNvSpPr/>
          <p:nvPr/>
        </p:nvSpPr>
        <p:spPr>
          <a:xfrm>
            <a:off x="1245176" y="5335850"/>
            <a:ext cx="216024" cy="216024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F5A9039C-EF5B-C808-60F3-626FECF869F2}"/>
              </a:ext>
            </a:extLst>
          </p:cNvPr>
          <p:cNvSpPr/>
          <p:nvPr/>
        </p:nvSpPr>
        <p:spPr>
          <a:xfrm>
            <a:off x="1533534" y="5042545"/>
            <a:ext cx="216024" cy="21858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Triángulo isósceles 20">
            <a:extLst>
              <a:ext uri="{FF2B5EF4-FFF2-40B4-BE49-F238E27FC236}">
                <a16:creationId xmlns:a16="http://schemas.microsoft.com/office/drawing/2014/main" id="{F0E5156D-8C45-4268-C929-58549144FECD}"/>
              </a:ext>
            </a:extLst>
          </p:cNvPr>
          <p:cNvSpPr/>
          <p:nvPr/>
        </p:nvSpPr>
        <p:spPr>
          <a:xfrm>
            <a:off x="1209172" y="5588038"/>
            <a:ext cx="288032" cy="216024"/>
          </a:xfrm>
          <a:prstGeom prst="triangl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712A296C-725B-ABED-581E-1F0692EB822E}"/>
              </a:ext>
            </a:extLst>
          </p:cNvPr>
          <p:cNvSpPr/>
          <p:nvPr/>
        </p:nvSpPr>
        <p:spPr>
          <a:xfrm>
            <a:off x="2109784" y="5042545"/>
            <a:ext cx="216024" cy="21602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DE38A34B-B3F4-7D5E-F515-37D637BA16A2}"/>
              </a:ext>
            </a:extLst>
          </p:cNvPr>
          <p:cNvSpPr/>
          <p:nvPr/>
        </p:nvSpPr>
        <p:spPr>
          <a:xfrm>
            <a:off x="1820858" y="4755624"/>
            <a:ext cx="216024" cy="21858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Triángulo isósceles 23">
            <a:extLst>
              <a:ext uri="{FF2B5EF4-FFF2-40B4-BE49-F238E27FC236}">
                <a16:creationId xmlns:a16="http://schemas.microsoft.com/office/drawing/2014/main" id="{A38D2F14-AE40-CB87-032F-5C8ED835CA77}"/>
              </a:ext>
            </a:extLst>
          </p:cNvPr>
          <p:cNvSpPr/>
          <p:nvPr/>
        </p:nvSpPr>
        <p:spPr>
          <a:xfrm>
            <a:off x="2078176" y="5591924"/>
            <a:ext cx="288032" cy="216024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Triángulo isósceles 24">
            <a:extLst>
              <a:ext uri="{FF2B5EF4-FFF2-40B4-BE49-F238E27FC236}">
                <a16:creationId xmlns:a16="http://schemas.microsoft.com/office/drawing/2014/main" id="{4AF2DE25-FE3C-77EA-1168-76BBC06F8305}"/>
              </a:ext>
            </a:extLst>
          </p:cNvPr>
          <p:cNvSpPr/>
          <p:nvPr/>
        </p:nvSpPr>
        <p:spPr>
          <a:xfrm>
            <a:off x="1784854" y="5296137"/>
            <a:ext cx="288032" cy="216024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96E1FDCC-0E18-243F-1008-E2609B13DFB7}"/>
              </a:ext>
            </a:extLst>
          </p:cNvPr>
          <p:cNvSpPr/>
          <p:nvPr/>
        </p:nvSpPr>
        <p:spPr>
          <a:xfrm>
            <a:off x="3253448" y="4583536"/>
            <a:ext cx="1440000" cy="1439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aphicFrame>
        <p:nvGraphicFramePr>
          <p:cNvPr id="27" name="Tabla 26">
            <a:extLst>
              <a:ext uri="{FF2B5EF4-FFF2-40B4-BE49-F238E27FC236}">
                <a16:creationId xmlns:a16="http://schemas.microsoft.com/office/drawing/2014/main" id="{357D70F3-62F8-E160-3881-C6C6F7D03C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6826578"/>
              </p:ext>
            </p:extLst>
          </p:nvPr>
        </p:nvGraphicFramePr>
        <p:xfrm>
          <a:off x="3263304" y="4583536"/>
          <a:ext cx="144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772121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98035657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261813538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23908856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10611302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extLst>
                  <a:ext uri="{0D108BD9-81ED-4DB2-BD59-A6C34878D82A}">
                    <a16:rowId xmlns:a16="http://schemas.microsoft.com/office/drawing/2014/main" val="2113707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extLst>
                  <a:ext uri="{0D108BD9-81ED-4DB2-BD59-A6C34878D82A}">
                    <a16:rowId xmlns:a16="http://schemas.microsoft.com/office/drawing/2014/main" val="299823792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extLst>
                  <a:ext uri="{0D108BD9-81ED-4DB2-BD59-A6C34878D82A}">
                    <a16:rowId xmlns:a16="http://schemas.microsoft.com/office/drawing/2014/main" val="379804748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extLst>
                  <a:ext uri="{0D108BD9-81ED-4DB2-BD59-A6C34878D82A}">
                    <a16:rowId xmlns:a16="http://schemas.microsoft.com/office/drawing/2014/main" val="341066255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 marL="63425" marR="63425" marT="31712" marB="31712"/>
                </a:tc>
                <a:extLst>
                  <a:ext uri="{0D108BD9-81ED-4DB2-BD59-A6C34878D82A}">
                    <a16:rowId xmlns:a16="http://schemas.microsoft.com/office/drawing/2014/main" val="2181535286"/>
                  </a:ext>
                </a:extLst>
              </a:tr>
            </a:tbl>
          </a:graphicData>
        </a:graphic>
      </p:graphicFrame>
      <p:sp>
        <p:nvSpPr>
          <p:cNvPr id="28" name="Rectángulo 27">
            <a:extLst>
              <a:ext uri="{FF2B5EF4-FFF2-40B4-BE49-F238E27FC236}">
                <a16:creationId xmlns:a16="http://schemas.microsoft.com/office/drawing/2014/main" id="{EC053164-E074-0AF4-6C8C-5CF6E3A719A1}"/>
              </a:ext>
            </a:extLst>
          </p:cNvPr>
          <p:cNvSpPr/>
          <p:nvPr/>
        </p:nvSpPr>
        <p:spPr>
          <a:xfrm>
            <a:off x="3731542" y="4755624"/>
            <a:ext cx="216024" cy="216024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8875A7F-C0FD-D34C-120C-63A346D37230}"/>
              </a:ext>
            </a:extLst>
          </p:cNvPr>
          <p:cNvSpPr/>
          <p:nvPr/>
        </p:nvSpPr>
        <p:spPr>
          <a:xfrm>
            <a:off x="3443417" y="5042545"/>
            <a:ext cx="216024" cy="216024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530A8E8C-9AEB-E975-7040-2369ED4F54F8}"/>
              </a:ext>
            </a:extLst>
          </p:cNvPr>
          <p:cNvSpPr/>
          <p:nvPr/>
        </p:nvSpPr>
        <p:spPr>
          <a:xfrm>
            <a:off x="3731542" y="5333286"/>
            <a:ext cx="216024" cy="21858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1" name="Triángulo isósceles 30">
            <a:extLst>
              <a:ext uri="{FF2B5EF4-FFF2-40B4-BE49-F238E27FC236}">
                <a16:creationId xmlns:a16="http://schemas.microsoft.com/office/drawing/2014/main" id="{A9163324-9975-A598-F001-D80403072B3F}"/>
              </a:ext>
            </a:extLst>
          </p:cNvPr>
          <p:cNvSpPr/>
          <p:nvPr/>
        </p:nvSpPr>
        <p:spPr>
          <a:xfrm>
            <a:off x="3416292" y="5335850"/>
            <a:ext cx="288032" cy="216024"/>
          </a:xfrm>
          <a:prstGeom prst="triangl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EAB9C383-5683-EA66-7325-18C0D3E3188F}"/>
              </a:ext>
            </a:extLst>
          </p:cNvPr>
          <p:cNvSpPr/>
          <p:nvPr/>
        </p:nvSpPr>
        <p:spPr>
          <a:xfrm>
            <a:off x="4307792" y="5044793"/>
            <a:ext cx="216024" cy="21602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DAA60255-EE6C-7F89-0F5F-342ECDB4BC92}"/>
              </a:ext>
            </a:extLst>
          </p:cNvPr>
          <p:cNvSpPr/>
          <p:nvPr/>
        </p:nvSpPr>
        <p:spPr>
          <a:xfrm>
            <a:off x="4018866" y="4757872"/>
            <a:ext cx="216024" cy="21858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Triángulo isósceles 33">
            <a:extLst>
              <a:ext uri="{FF2B5EF4-FFF2-40B4-BE49-F238E27FC236}">
                <a16:creationId xmlns:a16="http://schemas.microsoft.com/office/drawing/2014/main" id="{D5814BB3-CB2C-672B-2E58-60B0945F65FD}"/>
              </a:ext>
            </a:extLst>
          </p:cNvPr>
          <p:cNvSpPr/>
          <p:nvPr/>
        </p:nvSpPr>
        <p:spPr>
          <a:xfrm>
            <a:off x="4276184" y="5594172"/>
            <a:ext cx="288032" cy="216024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Triángulo isósceles 34">
            <a:extLst>
              <a:ext uri="{FF2B5EF4-FFF2-40B4-BE49-F238E27FC236}">
                <a16:creationId xmlns:a16="http://schemas.microsoft.com/office/drawing/2014/main" id="{64921F64-9480-781C-B317-5B6DFD7F9FF0}"/>
              </a:ext>
            </a:extLst>
          </p:cNvPr>
          <p:cNvSpPr/>
          <p:nvPr/>
        </p:nvSpPr>
        <p:spPr>
          <a:xfrm>
            <a:off x="3982862" y="5298385"/>
            <a:ext cx="288032" cy="216024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B33B21EA-3F00-7185-2E86-A422953A7DA3}"/>
              </a:ext>
            </a:extLst>
          </p:cNvPr>
          <p:cNvSpPr/>
          <p:nvPr/>
        </p:nvSpPr>
        <p:spPr>
          <a:xfrm>
            <a:off x="5016600" y="4576137"/>
            <a:ext cx="1440000" cy="1439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aphicFrame>
        <p:nvGraphicFramePr>
          <p:cNvPr id="37" name="Tabla 36">
            <a:extLst>
              <a:ext uri="{FF2B5EF4-FFF2-40B4-BE49-F238E27FC236}">
                <a16:creationId xmlns:a16="http://schemas.microsoft.com/office/drawing/2014/main" id="{76614EB2-F5BC-32AF-653D-18C37C778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542089"/>
              </p:ext>
            </p:extLst>
          </p:nvPr>
        </p:nvGraphicFramePr>
        <p:xfrm>
          <a:off x="5026456" y="4576137"/>
          <a:ext cx="144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772121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98035657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261813538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23908856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10611302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extLst>
                  <a:ext uri="{0D108BD9-81ED-4DB2-BD59-A6C34878D82A}">
                    <a16:rowId xmlns:a16="http://schemas.microsoft.com/office/drawing/2014/main" val="2113707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extLst>
                  <a:ext uri="{0D108BD9-81ED-4DB2-BD59-A6C34878D82A}">
                    <a16:rowId xmlns:a16="http://schemas.microsoft.com/office/drawing/2014/main" val="299823792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extLst>
                  <a:ext uri="{0D108BD9-81ED-4DB2-BD59-A6C34878D82A}">
                    <a16:rowId xmlns:a16="http://schemas.microsoft.com/office/drawing/2014/main" val="379804748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extLst>
                  <a:ext uri="{0D108BD9-81ED-4DB2-BD59-A6C34878D82A}">
                    <a16:rowId xmlns:a16="http://schemas.microsoft.com/office/drawing/2014/main" val="341066255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 marL="63425" marR="63425" marT="31712" marB="31712"/>
                </a:tc>
                <a:extLst>
                  <a:ext uri="{0D108BD9-81ED-4DB2-BD59-A6C34878D82A}">
                    <a16:rowId xmlns:a16="http://schemas.microsoft.com/office/drawing/2014/main" val="2181535286"/>
                  </a:ext>
                </a:extLst>
              </a:tr>
            </a:tbl>
          </a:graphicData>
        </a:graphic>
      </p:graphicFrame>
      <p:sp>
        <p:nvSpPr>
          <p:cNvPr id="38" name="Rectángulo 37">
            <a:extLst>
              <a:ext uri="{FF2B5EF4-FFF2-40B4-BE49-F238E27FC236}">
                <a16:creationId xmlns:a16="http://schemas.microsoft.com/office/drawing/2014/main" id="{B9094A9A-D0EE-DE67-FEB0-A53874387BC5}"/>
              </a:ext>
            </a:extLst>
          </p:cNvPr>
          <p:cNvSpPr/>
          <p:nvPr/>
        </p:nvSpPr>
        <p:spPr>
          <a:xfrm>
            <a:off x="5494694" y="4748225"/>
            <a:ext cx="216024" cy="216024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64F21A08-88F7-87C5-9FA9-A121BF33CA3A}"/>
              </a:ext>
            </a:extLst>
          </p:cNvPr>
          <p:cNvSpPr/>
          <p:nvPr/>
        </p:nvSpPr>
        <p:spPr>
          <a:xfrm>
            <a:off x="5206569" y="5035146"/>
            <a:ext cx="216024" cy="216024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D3CF3A0F-BF75-F2AD-F644-D2C6CA27F6E5}"/>
              </a:ext>
            </a:extLst>
          </p:cNvPr>
          <p:cNvSpPr/>
          <p:nvPr/>
        </p:nvSpPr>
        <p:spPr>
          <a:xfrm>
            <a:off x="5494694" y="5325887"/>
            <a:ext cx="216024" cy="21858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1" name="Triángulo isósceles 40">
            <a:extLst>
              <a:ext uri="{FF2B5EF4-FFF2-40B4-BE49-F238E27FC236}">
                <a16:creationId xmlns:a16="http://schemas.microsoft.com/office/drawing/2014/main" id="{819A944A-539C-AC25-DB6F-87BF8A073853}"/>
              </a:ext>
            </a:extLst>
          </p:cNvPr>
          <p:cNvSpPr/>
          <p:nvPr/>
        </p:nvSpPr>
        <p:spPr>
          <a:xfrm>
            <a:off x="5179444" y="5301208"/>
            <a:ext cx="288032" cy="216024"/>
          </a:xfrm>
          <a:prstGeom prst="triangl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2ABED434-4267-E630-117E-55273B13635F}"/>
              </a:ext>
            </a:extLst>
          </p:cNvPr>
          <p:cNvSpPr/>
          <p:nvPr/>
        </p:nvSpPr>
        <p:spPr>
          <a:xfrm>
            <a:off x="6070944" y="5037394"/>
            <a:ext cx="216024" cy="21602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4" name="Triángulo isósceles 43">
            <a:extLst>
              <a:ext uri="{FF2B5EF4-FFF2-40B4-BE49-F238E27FC236}">
                <a16:creationId xmlns:a16="http://schemas.microsoft.com/office/drawing/2014/main" id="{8B96D249-4D12-F3A0-D016-202D167B0A34}"/>
              </a:ext>
            </a:extLst>
          </p:cNvPr>
          <p:cNvSpPr/>
          <p:nvPr/>
        </p:nvSpPr>
        <p:spPr>
          <a:xfrm>
            <a:off x="6039336" y="5586773"/>
            <a:ext cx="288032" cy="216024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4C35A872-97F2-EE1A-DF97-67BFCBC6B351}"/>
              </a:ext>
            </a:extLst>
          </p:cNvPr>
          <p:cNvSpPr/>
          <p:nvPr/>
        </p:nvSpPr>
        <p:spPr>
          <a:xfrm>
            <a:off x="7249784" y="4585784"/>
            <a:ext cx="1440000" cy="1439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aphicFrame>
        <p:nvGraphicFramePr>
          <p:cNvPr id="47" name="Tabla 46">
            <a:extLst>
              <a:ext uri="{FF2B5EF4-FFF2-40B4-BE49-F238E27FC236}">
                <a16:creationId xmlns:a16="http://schemas.microsoft.com/office/drawing/2014/main" id="{3AB6F163-7BF8-9DB9-0B75-0B959B4295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651651"/>
              </p:ext>
            </p:extLst>
          </p:nvPr>
        </p:nvGraphicFramePr>
        <p:xfrm>
          <a:off x="7259640" y="4585784"/>
          <a:ext cx="144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772121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98035657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261813538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23908856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10611302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extLst>
                  <a:ext uri="{0D108BD9-81ED-4DB2-BD59-A6C34878D82A}">
                    <a16:rowId xmlns:a16="http://schemas.microsoft.com/office/drawing/2014/main" val="2113707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extLst>
                  <a:ext uri="{0D108BD9-81ED-4DB2-BD59-A6C34878D82A}">
                    <a16:rowId xmlns:a16="http://schemas.microsoft.com/office/drawing/2014/main" val="299823792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extLst>
                  <a:ext uri="{0D108BD9-81ED-4DB2-BD59-A6C34878D82A}">
                    <a16:rowId xmlns:a16="http://schemas.microsoft.com/office/drawing/2014/main" val="379804748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extLst>
                  <a:ext uri="{0D108BD9-81ED-4DB2-BD59-A6C34878D82A}">
                    <a16:rowId xmlns:a16="http://schemas.microsoft.com/office/drawing/2014/main" val="341066255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 marL="63425" marR="63425" marT="31712" marB="31712"/>
                </a:tc>
                <a:extLst>
                  <a:ext uri="{0D108BD9-81ED-4DB2-BD59-A6C34878D82A}">
                    <a16:rowId xmlns:a16="http://schemas.microsoft.com/office/drawing/2014/main" val="2181535286"/>
                  </a:ext>
                </a:extLst>
              </a:tr>
            </a:tbl>
          </a:graphicData>
        </a:graphic>
      </p:graphicFrame>
      <p:sp>
        <p:nvSpPr>
          <p:cNvPr id="48" name="Rectángulo 47">
            <a:extLst>
              <a:ext uri="{FF2B5EF4-FFF2-40B4-BE49-F238E27FC236}">
                <a16:creationId xmlns:a16="http://schemas.microsoft.com/office/drawing/2014/main" id="{41A5E1C9-6908-1E8C-C23D-B3D56D844E83}"/>
              </a:ext>
            </a:extLst>
          </p:cNvPr>
          <p:cNvSpPr/>
          <p:nvPr/>
        </p:nvSpPr>
        <p:spPr>
          <a:xfrm>
            <a:off x="7727878" y="4757872"/>
            <a:ext cx="216024" cy="216024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9" name="Rectángulo 48">
            <a:extLst>
              <a:ext uri="{FF2B5EF4-FFF2-40B4-BE49-F238E27FC236}">
                <a16:creationId xmlns:a16="http://schemas.microsoft.com/office/drawing/2014/main" id="{D18879C4-48E4-8892-DF09-CD825FBC4BC0}"/>
              </a:ext>
            </a:extLst>
          </p:cNvPr>
          <p:cNvSpPr/>
          <p:nvPr/>
        </p:nvSpPr>
        <p:spPr>
          <a:xfrm>
            <a:off x="7439753" y="5044793"/>
            <a:ext cx="216024" cy="216024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Triángulo isósceles 50">
            <a:extLst>
              <a:ext uri="{FF2B5EF4-FFF2-40B4-BE49-F238E27FC236}">
                <a16:creationId xmlns:a16="http://schemas.microsoft.com/office/drawing/2014/main" id="{AF179A0A-3FD9-A52F-DF20-DEDC4E2D2556}"/>
              </a:ext>
            </a:extLst>
          </p:cNvPr>
          <p:cNvSpPr/>
          <p:nvPr/>
        </p:nvSpPr>
        <p:spPr>
          <a:xfrm>
            <a:off x="7412628" y="5310855"/>
            <a:ext cx="288032" cy="216024"/>
          </a:xfrm>
          <a:prstGeom prst="triangl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2" name="Rectángulo 51">
            <a:extLst>
              <a:ext uri="{FF2B5EF4-FFF2-40B4-BE49-F238E27FC236}">
                <a16:creationId xmlns:a16="http://schemas.microsoft.com/office/drawing/2014/main" id="{12217A46-4AAE-0A76-DC60-0697B061EEAB}"/>
              </a:ext>
            </a:extLst>
          </p:cNvPr>
          <p:cNvSpPr/>
          <p:nvPr/>
        </p:nvSpPr>
        <p:spPr>
          <a:xfrm>
            <a:off x="8304128" y="4755624"/>
            <a:ext cx="216024" cy="21602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Triángulo isósceles 52">
            <a:extLst>
              <a:ext uri="{FF2B5EF4-FFF2-40B4-BE49-F238E27FC236}">
                <a16:creationId xmlns:a16="http://schemas.microsoft.com/office/drawing/2014/main" id="{374C9945-0AE5-8B64-D436-4228DF2A302D}"/>
              </a:ext>
            </a:extLst>
          </p:cNvPr>
          <p:cNvSpPr/>
          <p:nvPr/>
        </p:nvSpPr>
        <p:spPr>
          <a:xfrm>
            <a:off x="8267054" y="5325887"/>
            <a:ext cx="288032" cy="216024"/>
          </a:xfrm>
          <a:prstGeom prst="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151FFB42-6FB3-E899-49CB-2EB18695A627}"/>
              </a:ext>
            </a:extLst>
          </p:cNvPr>
          <p:cNvSpPr/>
          <p:nvPr/>
        </p:nvSpPr>
        <p:spPr>
          <a:xfrm>
            <a:off x="9687342" y="4576488"/>
            <a:ext cx="1440000" cy="1439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aphicFrame>
        <p:nvGraphicFramePr>
          <p:cNvPr id="55" name="Tabla 54">
            <a:extLst>
              <a:ext uri="{FF2B5EF4-FFF2-40B4-BE49-F238E27FC236}">
                <a16:creationId xmlns:a16="http://schemas.microsoft.com/office/drawing/2014/main" id="{E882D596-1FBD-0714-3466-6FFDB956C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290455"/>
              </p:ext>
            </p:extLst>
          </p:nvPr>
        </p:nvGraphicFramePr>
        <p:xfrm>
          <a:off x="9697198" y="4576488"/>
          <a:ext cx="144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00">
                  <a:extLst>
                    <a:ext uri="{9D8B030D-6E8A-4147-A177-3AD203B41FA5}">
                      <a16:colId xmlns:a16="http://schemas.microsoft.com/office/drawing/2014/main" val="27721215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980356576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2261813538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3239088562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4106113023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extLst>
                  <a:ext uri="{0D108BD9-81ED-4DB2-BD59-A6C34878D82A}">
                    <a16:rowId xmlns:a16="http://schemas.microsoft.com/office/drawing/2014/main" val="21137070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extLst>
                  <a:ext uri="{0D108BD9-81ED-4DB2-BD59-A6C34878D82A}">
                    <a16:rowId xmlns:a16="http://schemas.microsoft.com/office/drawing/2014/main" val="299823792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extLst>
                  <a:ext uri="{0D108BD9-81ED-4DB2-BD59-A6C34878D82A}">
                    <a16:rowId xmlns:a16="http://schemas.microsoft.com/office/drawing/2014/main" val="379804748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extLst>
                  <a:ext uri="{0D108BD9-81ED-4DB2-BD59-A6C34878D82A}">
                    <a16:rowId xmlns:a16="http://schemas.microsoft.com/office/drawing/2014/main" val="341066255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/>
                    </a:p>
                  </a:txBody>
                  <a:tcPr marL="63425" marR="63425" marT="31712" marB="31712"/>
                </a:tc>
                <a:tc>
                  <a:txBody>
                    <a:bodyPr/>
                    <a:lstStyle/>
                    <a:p>
                      <a:endParaRPr lang="es-ES" sz="1200" dirty="0"/>
                    </a:p>
                  </a:txBody>
                  <a:tcPr marL="63425" marR="63425" marT="31712" marB="31712"/>
                </a:tc>
                <a:extLst>
                  <a:ext uri="{0D108BD9-81ED-4DB2-BD59-A6C34878D82A}">
                    <a16:rowId xmlns:a16="http://schemas.microsoft.com/office/drawing/2014/main" val="2181535286"/>
                  </a:ext>
                </a:extLst>
              </a:tr>
            </a:tbl>
          </a:graphicData>
        </a:graphic>
      </p:graphicFrame>
      <p:sp>
        <p:nvSpPr>
          <p:cNvPr id="56" name="Rectángulo 55">
            <a:extLst>
              <a:ext uri="{FF2B5EF4-FFF2-40B4-BE49-F238E27FC236}">
                <a16:creationId xmlns:a16="http://schemas.microsoft.com/office/drawing/2014/main" id="{7B390F5A-EA86-78D0-831E-7F31193E7274}"/>
              </a:ext>
            </a:extLst>
          </p:cNvPr>
          <p:cNvSpPr/>
          <p:nvPr/>
        </p:nvSpPr>
        <p:spPr>
          <a:xfrm>
            <a:off x="10450798" y="4755624"/>
            <a:ext cx="216024" cy="216024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3171A366-482E-5246-A352-D6A68D9F30AD}"/>
              </a:ext>
            </a:extLst>
          </p:cNvPr>
          <p:cNvSpPr/>
          <p:nvPr/>
        </p:nvSpPr>
        <p:spPr>
          <a:xfrm>
            <a:off x="10172361" y="5030329"/>
            <a:ext cx="216024" cy="216024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8" name="Triángulo isósceles 57">
            <a:extLst>
              <a:ext uri="{FF2B5EF4-FFF2-40B4-BE49-F238E27FC236}">
                <a16:creationId xmlns:a16="http://schemas.microsoft.com/office/drawing/2014/main" id="{DE4C6B70-4165-A4F2-80DD-E3180755D333}"/>
              </a:ext>
            </a:extLst>
          </p:cNvPr>
          <p:cNvSpPr/>
          <p:nvPr/>
        </p:nvSpPr>
        <p:spPr>
          <a:xfrm>
            <a:off x="10129432" y="5296057"/>
            <a:ext cx="288032" cy="216024"/>
          </a:xfrm>
          <a:prstGeom prst="triangle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A64E64CF-4B79-C12D-3156-4B6FCC9622D4}"/>
              </a:ext>
            </a:extLst>
          </p:cNvPr>
          <p:cNvSpPr txBox="1"/>
          <p:nvPr/>
        </p:nvSpPr>
        <p:spPr>
          <a:xfrm>
            <a:off x="9040651" y="5004309"/>
            <a:ext cx="305680" cy="438271"/>
          </a:xfrm>
          <a:prstGeom prst="rect">
            <a:avLst/>
          </a:prstGeom>
        </p:spPr>
        <p:txBody>
          <a:bodyPr vert="horz" wrap="square" lIns="0" tIns="7312" rIns="0" bIns="0" rtlCol="0">
            <a:spAutoFit/>
          </a:bodyPr>
          <a:lstStyle/>
          <a:p>
            <a:pPr marL="7696" algn="ctr">
              <a:spcBef>
                <a:spcPts val="600"/>
              </a:spcBef>
            </a:pPr>
            <a:r>
              <a:rPr lang="es-ES" sz="2800" dirty="0">
                <a:solidFill>
                  <a:schemeClr val="tx2"/>
                </a:solidFill>
                <a:cs typeface="Trebuchet MS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96066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AE25C-BB56-B005-6886-83A5078B3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5FBEEC4D-330C-C30A-6966-0694805F4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549276"/>
            <a:ext cx="5035130" cy="873124"/>
          </a:xfrm>
        </p:spPr>
        <p:txBody>
          <a:bodyPr/>
          <a:lstStyle/>
          <a:p>
            <a:r>
              <a:rPr lang="es-ES" dirty="0"/>
              <a:t>El desafío:</a:t>
            </a:r>
            <a:br>
              <a:rPr lang="es-ES" dirty="0"/>
            </a:br>
            <a:r>
              <a:rPr lang="es-ES" sz="2400" dirty="0">
                <a:solidFill>
                  <a:schemeClr val="accent1"/>
                </a:solidFill>
              </a:rPr>
              <a:t>¿Qué tengo que entregar?</a:t>
            </a:r>
            <a:endParaRPr lang="es-ES" dirty="0">
              <a:solidFill>
                <a:schemeClr val="accent1"/>
              </a:solidFill>
            </a:endParaRPr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B1DB9855-6F5D-6B32-5C1F-44CC610A16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00" b="0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INDRA • Quantum Hack • 13/12/2025</a:t>
            </a:r>
            <a:endParaRPr kumimoji="0" lang="es-ES" sz="800" b="0" i="0" u="none" strike="noStrike" kern="1200" cap="none" spc="0" normalizeH="0" baseline="0" noProof="0" dirty="0">
              <a:ln>
                <a:noFill/>
              </a:ln>
              <a:solidFill>
                <a:srgbClr val="004254"/>
              </a:solidFill>
              <a:effectLst/>
              <a:uLnTx/>
              <a:uFillTx/>
              <a:latin typeface="ForFuture Sans"/>
              <a:ea typeface="+mn-ea"/>
              <a:cs typeface="+mn-cs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C61EE70-280C-61FA-9A77-63A2078AE17B}"/>
              </a:ext>
            </a:extLst>
          </p:cNvPr>
          <p:cNvCxnSpPr>
            <a:cxnSpLocks/>
          </p:cNvCxnSpPr>
          <p:nvPr/>
        </p:nvCxnSpPr>
        <p:spPr>
          <a:xfrm>
            <a:off x="5489291" y="0"/>
            <a:ext cx="0" cy="1478280"/>
          </a:xfrm>
          <a:prstGeom prst="line">
            <a:avLst/>
          </a:prstGeom>
          <a:noFill/>
          <a:ln w="6350" cap="flat" cmpd="sng" algn="ctr">
            <a:solidFill>
              <a:srgbClr val="004254"/>
            </a:solidFill>
            <a:prstDash val="solid"/>
            <a:miter lim="800000"/>
          </a:ln>
          <a:effectLst/>
        </p:spPr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5441894-712A-8EA0-BE8D-F45ECD9F772E}"/>
              </a:ext>
            </a:extLst>
          </p:cNvPr>
          <p:cNvSpPr txBox="1"/>
          <p:nvPr/>
        </p:nvSpPr>
        <p:spPr>
          <a:xfrm>
            <a:off x="5489291" y="844949"/>
            <a:ext cx="6096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457200">
              <a:defRPr/>
            </a:pPr>
            <a:r>
              <a:rPr lang="es-ES" dirty="0">
                <a:solidFill>
                  <a:srgbClr val="E3E2DA">
                    <a:lumMod val="50000"/>
                  </a:srgbClr>
                </a:solidFill>
                <a:latin typeface="ForFuture Sans"/>
              </a:rPr>
              <a:t>Y si os quedáis con ganas de más…</a:t>
            </a:r>
            <a:br>
              <a:rPr lang="es-ES" dirty="0"/>
            </a:br>
            <a:r>
              <a:rPr lang="es-ES" sz="1600" dirty="0">
                <a:solidFill>
                  <a:schemeClr val="accent1"/>
                </a:solidFill>
              </a:rPr>
              <a:t>Retos adicionales</a:t>
            </a:r>
            <a:endParaRPr kumimoji="0" lang="es-ES" sz="1800" b="0" i="0" u="none" strike="noStrike" kern="1200" cap="none" spc="0" normalizeH="0" baseline="0" noProof="0" dirty="0">
              <a:ln>
                <a:noFill/>
              </a:ln>
              <a:solidFill>
                <a:srgbClr val="E3E2DA">
                  <a:lumMod val="50000"/>
                </a:srgbClr>
              </a:solidFill>
              <a:effectLst/>
              <a:uLnTx/>
              <a:uFillTx/>
              <a:latin typeface="ForFuture Sans"/>
              <a:ea typeface="+mn-ea"/>
              <a:cs typeface="+mn-cs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2EE0FE9A-2B53-17C7-DA65-5350F2E25CE8}"/>
              </a:ext>
            </a:extLst>
          </p:cNvPr>
          <p:cNvSpPr txBox="1"/>
          <p:nvPr/>
        </p:nvSpPr>
        <p:spPr>
          <a:xfrm>
            <a:off x="335359" y="1422400"/>
            <a:ext cx="4896542" cy="158504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Vuestros </a:t>
            </a:r>
            <a:r>
              <a:rPr kumimoji="0" lang="es-ES" sz="1100" b="1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objetivos principales 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son: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100" dirty="0">
                <a:solidFill>
                  <a:srgbClr val="004254"/>
                </a:solidFill>
                <a:latin typeface="ForFuture Sans"/>
              </a:rPr>
              <a:t>Utilizar Computación Cuántica para </a:t>
            </a:r>
            <a:r>
              <a:rPr lang="es-ES" sz="1100" b="1" dirty="0">
                <a:solidFill>
                  <a:srgbClr val="004254"/>
                </a:solidFill>
                <a:latin typeface="ForFuture Sans"/>
              </a:rPr>
              <a:t>simular el movimiento del equipo cuántico</a:t>
            </a:r>
            <a:r>
              <a:rPr lang="es-ES" sz="1100" dirty="0">
                <a:solidFill>
                  <a:srgbClr val="004254"/>
                </a:solidFill>
                <a:latin typeface="ForFuture Sans"/>
              </a:rPr>
              <a:t> en función del comportamiento del equipo clásico.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1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Estudiar el efecto de los parámetros de decisión 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en el rendimiento del equipo cuántico.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100" b="1" dirty="0">
                <a:solidFill>
                  <a:srgbClr val="004254"/>
                </a:solidFill>
                <a:latin typeface="ForFuture Sans"/>
              </a:rPr>
              <a:t>Optimizar dichos parámetros</a:t>
            </a:r>
            <a:r>
              <a:rPr lang="es-ES" sz="1100" dirty="0">
                <a:solidFill>
                  <a:srgbClr val="004254"/>
                </a:solidFill>
                <a:latin typeface="ForFuture Sans"/>
              </a:rPr>
              <a:t> y, en definitiva, el movimiento de las unidades para que el equipo cuántico </a:t>
            </a:r>
            <a:r>
              <a:rPr lang="es-ES" sz="1100" b="1" dirty="0">
                <a:solidFill>
                  <a:srgbClr val="004254"/>
                </a:solidFill>
                <a:latin typeface="ForFuture Sans"/>
              </a:rPr>
              <a:t>gane la mayoría de los escenarios simulados</a:t>
            </a:r>
            <a:r>
              <a:rPr lang="es-ES" sz="1100" dirty="0">
                <a:solidFill>
                  <a:srgbClr val="004254"/>
                </a:solidFill>
                <a:latin typeface="ForFuture Sans"/>
              </a:rPr>
              <a:t>.</a:t>
            </a:r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srgbClr val="004254"/>
              </a:solidFill>
              <a:effectLst/>
              <a:uLnTx/>
              <a:uFillTx/>
              <a:latin typeface="ForFuture Sans"/>
              <a:ea typeface="+mn-ea"/>
              <a:cs typeface="+mn-cs"/>
            </a:endParaRPr>
          </a:p>
        </p:txBody>
      </p:sp>
      <p:sp>
        <p:nvSpPr>
          <p:cNvPr id="2" name="object 4">
            <a:extLst>
              <a:ext uri="{FF2B5EF4-FFF2-40B4-BE49-F238E27FC236}">
                <a16:creationId xmlns:a16="http://schemas.microsoft.com/office/drawing/2014/main" id="{6A42B3FF-630C-82F7-C519-ECDACC67A25F}"/>
              </a:ext>
            </a:extLst>
          </p:cNvPr>
          <p:cNvSpPr txBox="1"/>
          <p:nvPr/>
        </p:nvSpPr>
        <p:spPr>
          <a:xfrm>
            <a:off x="334963" y="4973935"/>
            <a:ext cx="4896542" cy="16927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Algunos consejos</a:t>
            </a:r>
          </a:p>
        </p:txBody>
      </p:sp>
      <p:sp>
        <p:nvSpPr>
          <p:cNvPr id="6" name="object 4">
            <a:extLst>
              <a:ext uri="{FF2B5EF4-FFF2-40B4-BE49-F238E27FC236}">
                <a16:creationId xmlns:a16="http://schemas.microsoft.com/office/drawing/2014/main" id="{A1E8EAC4-0F43-A9B1-DC57-F3E34091F348}"/>
              </a:ext>
            </a:extLst>
          </p:cNvPr>
          <p:cNvSpPr txBox="1"/>
          <p:nvPr/>
        </p:nvSpPr>
        <p:spPr>
          <a:xfrm>
            <a:off x="334963" y="3175084"/>
            <a:ext cx="4896542" cy="163121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Entregables</a:t>
            </a:r>
          </a:p>
          <a:p>
            <a:pPr lvl="0" defTabSz="457200">
              <a:spcAft>
                <a:spcPts val="600"/>
              </a:spcAft>
              <a:defRPr/>
            </a:pPr>
            <a:r>
              <a:rPr kumimoji="0" lang="es-E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orFuture Sans"/>
                <a:ea typeface="+mn-ea"/>
                <a:cs typeface="+mn-cs"/>
              </a:rPr>
              <a:t>Tendréis que entregar:</a:t>
            </a:r>
          </a:p>
          <a:p>
            <a:pPr marL="171450" lvl="0" indent="-171450" defTabSz="4572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s-E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orFuture Sans"/>
                <a:ea typeface="+mn-ea"/>
                <a:cs typeface="+mn-cs"/>
              </a:rPr>
              <a:t>Un </a:t>
            </a:r>
            <a:r>
              <a:rPr kumimoji="0" lang="es-E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orFuture Sans"/>
                <a:ea typeface="+mn-ea"/>
                <a:cs typeface="+mn-cs"/>
              </a:rPr>
              <a:t>repositorio Git con el código desarrollado, y un archivo llamado README.md</a:t>
            </a:r>
            <a:r>
              <a:rPr kumimoji="0" lang="es-E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orFuture Sans"/>
                <a:ea typeface="+mn-ea"/>
                <a:cs typeface="+mn-cs"/>
              </a:rPr>
              <a:t> explicando: </a:t>
            </a:r>
            <a:r>
              <a:rPr lang="es-ES" sz="1100" dirty="0">
                <a:latin typeface="ForFuture Sans"/>
              </a:rPr>
              <a:t>E</a:t>
            </a:r>
            <a:r>
              <a:rPr kumimoji="0" lang="es-E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orFuture Sans"/>
                <a:ea typeface="+mn-ea"/>
                <a:cs typeface="+mn-cs"/>
              </a:rPr>
              <a:t>l enfoque empleado, el algoritmo cuántico implementado (con la descripción de sus parámetros), y unas conclusiones comparativas en las que se recojan los resultados.</a:t>
            </a:r>
          </a:p>
          <a:p>
            <a:pPr marL="171450" lvl="0" indent="-171450" defTabSz="45720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s-E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orFuture Sans"/>
                <a:ea typeface="+mn-ea"/>
                <a:cs typeface="+mn-cs"/>
              </a:rPr>
              <a:t>Una presentación visual</a:t>
            </a:r>
            <a:r>
              <a:rPr kumimoji="0" lang="es-E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orFuture Sans"/>
                <a:ea typeface="+mn-ea"/>
                <a:cs typeface="+mn-cs"/>
              </a:rPr>
              <a:t> en la que expliquéis vuestra solución en como mucho </a:t>
            </a:r>
            <a:r>
              <a:rPr kumimoji="0" lang="es-ES" sz="11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orFuture Sans"/>
                <a:ea typeface="+mn-ea"/>
                <a:cs typeface="+mn-cs"/>
              </a:rPr>
              <a:t>3 minutos</a:t>
            </a:r>
            <a:r>
              <a:rPr kumimoji="0" lang="es-ES" sz="11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ForFuture Sans"/>
                <a:ea typeface="+mn-ea"/>
                <a:cs typeface="+mn-cs"/>
              </a:rPr>
              <a:t>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8713441-F7D9-70E0-5A96-D9119974922E}"/>
              </a:ext>
            </a:extLst>
          </p:cNvPr>
          <p:cNvSpPr/>
          <p:nvPr/>
        </p:nvSpPr>
        <p:spPr>
          <a:xfrm>
            <a:off x="334963" y="5267374"/>
            <a:ext cx="1584573" cy="921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Recordad que en hardware real hay errores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4714E21-5B01-5D9F-7892-662E028260C4}"/>
              </a:ext>
            </a:extLst>
          </p:cNvPr>
          <p:cNvSpPr/>
          <p:nvPr/>
        </p:nvSpPr>
        <p:spPr>
          <a:xfrm>
            <a:off x="1979792" y="5267374"/>
            <a:ext cx="1584573" cy="921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Podéis ser creativos, pero que no os dé reparo ir por las vías sugeridas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CDFBA9F-BABA-BFB9-A0D0-B411DFCDA7D9}"/>
              </a:ext>
            </a:extLst>
          </p:cNvPr>
          <p:cNvSpPr/>
          <p:nvPr/>
        </p:nvSpPr>
        <p:spPr>
          <a:xfrm>
            <a:off x="3624621" y="5267374"/>
            <a:ext cx="1584573" cy="921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Organización y comunicación dentro del equipo. Buena presentación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1E3E210-A085-46A0-798C-20655DCA8F27}"/>
              </a:ext>
            </a:extLst>
          </p:cNvPr>
          <p:cNvSpPr txBox="1"/>
          <p:nvPr/>
        </p:nvSpPr>
        <p:spPr>
          <a:xfrm>
            <a:off x="5591944" y="1548533"/>
            <a:ext cx="5328592" cy="2831544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s-ES" sz="1100" dirty="0">
                <a:solidFill>
                  <a:srgbClr val="004254"/>
                </a:solidFill>
                <a:latin typeface="ForFuture Sans"/>
              </a:rPr>
              <a:t>La siguiente lista de retos adicionales </a:t>
            </a:r>
            <a:r>
              <a:rPr lang="es-ES" sz="1100" b="1" dirty="0">
                <a:solidFill>
                  <a:srgbClr val="004254"/>
                </a:solidFill>
                <a:latin typeface="ForFuture Sans"/>
              </a:rPr>
              <a:t>no influyen en la valoración del desafío</a:t>
            </a:r>
            <a:r>
              <a:rPr lang="es-ES" sz="1100" dirty="0">
                <a:solidFill>
                  <a:srgbClr val="004254"/>
                </a:solidFill>
                <a:latin typeface="ForFuture Sans"/>
              </a:rPr>
              <a:t>. Sin embargo, si estáis seguros de haber realizado todos los entregables, y queréis aumentar la dificultad, podéis continuar por estas vías: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s-ES" sz="1100" b="0" i="0" u="none" strike="noStrike" kern="1200" cap="none" spc="0" normalizeH="0" baseline="0" noProof="0" dirty="0">
              <a:ln>
                <a:noFill/>
              </a:ln>
              <a:solidFill>
                <a:srgbClr val="004254"/>
              </a:solidFill>
              <a:effectLst/>
              <a:uLnTx/>
              <a:uFillTx/>
              <a:latin typeface="ForFuture Sans"/>
              <a:ea typeface="+mn-ea"/>
              <a:cs typeface="+mn-cs"/>
            </a:endParaRP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100" dirty="0">
                <a:solidFill>
                  <a:srgbClr val="004254"/>
                </a:solidFill>
                <a:latin typeface="ForFuture Sans"/>
              </a:rPr>
              <a:t>Considerar </a:t>
            </a:r>
            <a:r>
              <a:rPr lang="es-ES" sz="1100" b="1" dirty="0">
                <a:solidFill>
                  <a:srgbClr val="004254"/>
                </a:solidFill>
                <a:latin typeface="ForFuture Sans"/>
              </a:rPr>
              <a:t>nuevas políticas de movimiento </a:t>
            </a:r>
            <a:r>
              <a:rPr lang="es-ES" sz="1100" dirty="0">
                <a:solidFill>
                  <a:srgbClr val="004254"/>
                </a:solidFill>
                <a:latin typeface="ForFuture Sans"/>
              </a:rPr>
              <a:t>para el equipo clásico. Por ejemplo, en lugar de moverse aleatoriamente, pueden dirigirse a la unidad enemiga más cercana.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100" dirty="0">
                <a:solidFill>
                  <a:srgbClr val="004254"/>
                </a:solidFill>
                <a:latin typeface="ForFuture Sans"/>
              </a:rPr>
              <a:t>Diseñar </a:t>
            </a:r>
            <a:r>
              <a:rPr lang="es-ES" sz="1100" b="1" dirty="0">
                <a:solidFill>
                  <a:srgbClr val="004254"/>
                </a:solidFill>
                <a:latin typeface="ForFuture Sans"/>
              </a:rPr>
              <a:t>nuevos tipos de unidades</a:t>
            </a:r>
            <a:r>
              <a:rPr lang="es-ES" sz="1100" dirty="0">
                <a:solidFill>
                  <a:srgbClr val="004254"/>
                </a:solidFill>
                <a:latin typeface="ForFuture Sans"/>
              </a:rPr>
              <a:t>, como una unidad protegida cuya eliminación supone la pérdida inmediata (como el rey en una partida de ajedrez).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s-ES" sz="1100" dirty="0">
                <a:solidFill>
                  <a:srgbClr val="004254"/>
                </a:solidFill>
                <a:latin typeface="ForFuture Sans"/>
              </a:rPr>
              <a:t>Crear </a:t>
            </a:r>
            <a:r>
              <a:rPr lang="es-ES" sz="1100" b="1" dirty="0">
                <a:solidFill>
                  <a:srgbClr val="004254"/>
                </a:solidFill>
                <a:latin typeface="ForFuture Sans"/>
              </a:rPr>
              <a:t>nuevos mapas de inicio</a:t>
            </a:r>
            <a:r>
              <a:rPr lang="es-ES" sz="1100" dirty="0">
                <a:solidFill>
                  <a:srgbClr val="004254"/>
                </a:solidFill>
                <a:latin typeface="ForFuture Sans"/>
              </a:rPr>
              <a:t>.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1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Añadir más equipos</a:t>
            </a: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. ¿Y</a:t>
            </a:r>
            <a:r>
              <a:rPr lang="es-ES" sz="1100" dirty="0">
                <a:solidFill>
                  <a:srgbClr val="004254"/>
                </a:solidFill>
                <a:latin typeface="ForFuture Sans"/>
              </a:rPr>
              <a:t> si se crean alianzas entre equipos? ¿Qué condiciones deberían cumplir? ¿Adoptarían la estrategia cuántica de manera temporal?</a:t>
            </a:r>
          </a:p>
          <a:p>
            <a:pPr marL="171450" marR="0" lvl="0" indent="-1714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ES" sz="1100" b="0" i="0" u="none" strike="noStrike" kern="1200" cap="none" spc="0" normalizeH="0" baseline="0" noProof="0" dirty="0">
                <a:ln>
                  <a:noFill/>
                </a:ln>
                <a:solidFill>
                  <a:srgbClr val="004254"/>
                </a:solidFill>
                <a:effectLst/>
                <a:uLnTx/>
                <a:uFillTx/>
                <a:latin typeface="ForFuture Sans"/>
                <a:ea typeface="+mn-ea"/>
                <a:cs typeface="+mn-cs"/>
              </a:rPr>
              <a:t>…</a:t>
            </a: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9EFFF866-2646-E966-5D1F-F0CC1E6936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08368" y="492714"/>
            <a:ext cx="857250" cy="1143000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989F4C9F-D36C-6813-9C59-BC5AD88C11DC}"/>
              </a:ext>
            </a:extLst>
          </p:cNvPr>
          <p:cNvSpPr/>
          <p:nvPr/>
        </p:nvSpPr>
        <p:spPr>
          <a:xfrm>
            <a:off x="6485063" y="4581128"/>
            <a:ext cx="4104456" cy="12961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</a:rPr>
              <a:t>¡Todo esto teniendo en cuenta que el equipo cuántico debe seguir saliendo victorioso!</a:t>
            </a:r>
          </a:p>
        </p:txBody>
      </p:sp>
      <p:pic>
        <p:nvPicPr>
          <p:cNvPr id="17" name="Gráfico 16">
            <a:extLst>
              <a:ext uri="{FF2B5EF4-FFF2-40B4-BE49-F238E27FC236}">
                <a16:creationId xmlns:a16="http://schemas.microsoft.com/office/drawing/2014/main" id="{4FFB2551-68E6-3625-CC46-14449C0606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15480" y="2680702"/>
            <a:ext cx="85725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665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4">
            <a:extLst>
              <a:ext uri="{FF2B5EF4-FFF2-40B4-BE49-F238E27FC236}">
                <a16:creationId xmlns:a16="http://schemas.microsoft.com/office/drawing/2014/main" id="{E09D60BD-F5CC-7D97-3F1A-54B1AACF5072}"/>
              </a:ext>
            </a:extLst>
          </p:cNvPr>
          <p:cNvSpPr txBox="1">
            <a:spLocks/>
          </p:cNvSpPr>
          <p:nvPr/>
        </p:nvSpPr>
        <p:spPr>
          <a:xfrm>
            <a:off x="2279576" y="2060848"/>
            <a:ext cx="7307455" cy="2558541"/>
          </a:xfrm>
          <a:prstGeom prst="rect">
            <a:avLst/>
          </a:prstGeom>
        </p:spPr>
        <p:txBody>
          <a:bodyPr/>
          <a:lstStyle>
            <a:lvl1pPr algn="l" defTabSz="91437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ES" sz="6600" dirty="0"/>
              <a:t>¡Suerte y que gane el mejor equipo cuántico!</a:t>
            </a:r>
            <a:endParaRPr lang="es-ES" sz="6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193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3021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DRA THEME">
  <a:themeElements>
    <a:clrScheme name="INDRA COLORS">
      <a:dk1>
        <a:srgbClr val="004254"/>
      </a:dk1>
      <a:lt1>
        <a:srgbClr val="FFFFFF"/>
      </a:lt1>
      <a:dk2>
        <a:srgbClr val="001923"/>
      </a:dk2>
      <a:lt2>
        <a:srgbClr val="E3E2DA"/>
      </a:lt2>
      <a:accent1>
        <a:srgbClr val="00B0BD"/>
      </a:accent1>
      <a:accent2>
        <a:srgbClr val="44B757"/>
      </a:accent2>
      <a:accent3>
        <a:srgbClr val="8661F5"/>
      </a:accent3>
      <a:accent4>
        <a:srgbClr val="E56813"/>
      </a:accent4>
      <a:accent5>
        <a:srgbClr val="D2044A"/>
      </a:accent5>
      <a:accent6>
        <a:srgbClr val="72D3D3"/>
      </a:accent6>
      <a:hlink>
        <a:srgbClr val="00B0BD"/>
      </a:hlink>
      <a:folHlink>
        <a:srgbClr val="00759A"/>
      </a:folHlink>
    </a:clrScheme>
    <a:fontScheme name="INDRA Fonts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80000" tIns="180000" rIns="180000" bIns="180000" rtlCol="0" anchor="t" anchorCtr="0"/>
      <a:lstStyle>
        <a:defPPr>
          <a:defRPr sz="14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ción1" id="{3DFC9182-AF87-454D-9F63-F64B908912E7}" vid="{129FBEFE-9494-4073-85D5-A1C38E4C79A3}"/>
    </a:ext>
  </a:extLst>
</a:theme>
</file>

<file path=ppt/theme/theme2.xml><?xml version="1.0" encoding="utf-8"?>
<a:theme xmlns:a="http://schemas.openxmlformats.org/drawingml/2006/main" name="CONTENIDO">
  <a:themeElements>
    <a:clrScheme name="INDRA COLORS">
      <a:dk1>
        <a:srgbClr val="004254"/>
      </a:dk1>
      <a:lt1>
        <a:srgbClr val="FFFFFF"/>
      </a:lt1>
      <a:dk2>
        <a:srgbClr val="001923"/>
      </a:dk2>
      <a:lt2>
        <a:srgbClr val="E3E2DA"/>
      </a:lt2>
      <a:accent1>
        <a:srgbClr val="00B0BD"/>
      </a:accent1>
      <a:accent2>
        <a:srgbClr val="44B757"/>
      </a:accent2>
      <a:accent3>
        <a:srgbClr val="8661F5"/>
      </a:accent3>
      <a:accent4>
        <a:srgbClr val="E56813"/>
      </a:accent4>
      <a:accent5>
        <a:srgbClr val="D2044A"/>
      </a:accent5>
      <a:accent6>
        <a:srgbClr val="72D3D3"/>
      </a:accent6>
      <a:hlink>
        <a:srgbClr val="00B0BD"/>
      </a:hlink>
      <a:folHlink>
        <a:srgbClr val="00759A"/>
      </a:folHlink>
    </a:clrScheme>
    <a:fontScheme name="Personalizado 4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accent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wrap="square" lIns="0" tIns="7312" rIns="0" bIns="0" rtlCol="0">
        <a:spAutoFit/>
      </a:bodyPr>
      <a:lstStyle>
        <a:defPPr marL="7696" algn="l">
          <a:spcBef>
            <a:spcPts val="600"/>
          </a:spcBef>
          <a:defRPr sz="1400" dirty="0" smtClean="0">
            <a:solidFill>
              <a:schemeClr val="tx2"/>
            </a:solidFill>
            <a:cs typeface="Trebuchet M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ción1" id="{B48A4FCE-8F83-431C-81AF-ACEEF50FCA63}" vid="{AA2C926F-5DC1-44FD-9F96-74C71EDE2703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PPT_INDRA_FULL_ES</Template>
  <TotalTime>1354</TotalTime>
  <Words>782</Words>
  <Application>Microsoft Office PowerPoint</Application>
  <PresentationFormat>Panorámica</PresentationFormat>
  <Paragraphs>73</Paragraphs>
  <Slides>6</Slides>
  <Notes>3</Notes>
  <HiddenSlides>0</HiddenSlides>
  <MMClips>0</MMClips>
  <ScaleCrop>false</ScaleCrop>
  <HeadingPairs>
    <vt:vector size="8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5" baseType="lpstr">
      <vt:lpstr>ForFuture Sans</vt:lpstr>
      <vt:lpstr>Arial</vt:lpstr>
      <vt:lpstr>Trebuchet MS</vt:lpstr>
      <vt:lpstr>Calibri</vt:lpstr>
      <vt:lpstr>Courier New</vt:lpstr>
      <vt:lpstr>Aptos</vt:lpstr>
      <vt:lpstr>INDRA THEME</vt:lpstr>
      <vt:lpstr>CONTENIDO</vt:lpstr>
      <vt:lpstr>Diapositiva de think-cell</vt:lpstr>
      <vt:lpstr>Quantum Hack 2025  Quantum Simulation of Battlefield Scenarios</vt:lpstr>
      <vt:lpstr>El desafío: Simulador de campos de batalla</vt:lpstr>
      <vt:lpstr>El desafío: Flujo de la simulación</vt:lpstr>
      <vt:lpstr>El desafío: ¿Qué tengo que entregar?</vt:lpstr>
      <vt:lpstr>Presentación de PowerPoint</vt:lpstr>
      <vt:lpstr>Presentación de PowerPoint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Moreno Canca, Mario</dc:creator>
  <cp:lastModifiedBy>Moreno Canca, Mario</cp:lastModifiedBy>
  <cp:revision>10</cp:revision>
  <dcterms:created xsi:type="dcterms:W3CDTF">2025-12-09T10:26:29Z</dcterms:created>
  <dcterms:modified xsi:type="dcterms:W3CDTF">2025-12-12T13:32:06Z</dcterms:modified>
</cp:coreProperties>
</file>