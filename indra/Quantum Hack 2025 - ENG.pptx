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2" r:id="rId1"/>
    <p:sldMasterId id="2147483717" r:id="rId2"/>
  </p:sldMasterIdLst>
  <p:notesMasterIdLst>
    <p:notesMasterId r:id="rId9"/>
  </p:notesMasterIdLst>
  <p:handoutMasterIdLst>
    <p:handoutMasterId r:id="rId10"/>
  </p:handoutMasterIdLst>
  <p:sldIdLst>
    <p:sldId id="292" r:id="rId3"/>
    <p:sldId id="299" r:id="rId4"/>
    <p:sldId id="411" r:id="rId5"/>
    <p:sldId id="412" r:id="rId6"/>
    <p:sldId id="414" r:id="rId7"/>
    <p:sldId id="409" r:id="rId8"/>
  </p:sldIdLst>
  <p:sldSz cx="12192000" cy="6858000"/>
  <p:notesSz cx="6858000" cy="9144000"/>
  <p:embeddedFontLst>
    <p:embeddedFont>
      <p:font typeface="ForFuture Sans" panose="020B0504020203020204" pitchFamily="34" charset="0"/>
      <p:regular r:id="rId11"/>
      <p:bold r:id="rId12"/>
      <p:italic r:id="rId13"/>
      <p:boldItalic r:id="rId14"/>
    </p:embeddedFont>
    <p:embeddedFont>
      <p:font typeface="Trebuchet MS" panose="020B0603020202020204" pitchFamily="34" charset="0"/>
      <p:regular r:id="rId15"/>
      <p:bold r:id="rId16"/>
      <p:italic r:id="rId17"/>
      <p:boldItalic r:id="rId18"/>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142"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CC66"/>
    <a:srgbClr val="00BA4A"/>
    <a:srgbClr val="E9E8E3"/>
    <a:srgbClr val="E6E6E6"/>
    <a:srgbClr val="E5E4DD"/>
    <a:srgbClr val="FFFFFF"/>
    <a:srgbClr val="00A3B1"/>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howGuides="1">
      <p:cViewPr varScale="1">
        <p:scale>
          <a:sx n="95" d="100"/>
          <a:sy n="95" d="100"/>
        </p:scale>
        <p:origin x="206" y="72"/>
      </p:cViewPr>
      <p:guideLst>
        <p:guide pos="2142"/>
        <p:guide orient="horz" pos="2160"/>
      </p:guideLst>
    </p:cSldViewPr>
  </p:slideViewPr>
  <p:notesTextViewPr>
    <p:cViewPr>
      <p:scale>
        <a:sx n="3" d="2"/>
        <a:sy n="3" d="2"/>
      </p:scale>
      <p:origin x="0" y="0"/>
    </p:cViewPr>
  </p:notesTextViewPr>
  <p:notesViewPr>
    <p:cSldViewPr showGuides="1">
      <p:cViewPr varScale="1">
        <p:scale>
          <a:sx n="89" d="100"/>
          <a:sy n="89" d="100"/>
        </p:scale>
        <p:origin x="3259"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Master" Target="slideMasters/slideMaster2.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1.fntdata"/><Relationship Id="rId5" Type="http://schemas.openxmlformats.org/officeDocument/2006/relationships/slide" Target="slides/slide3.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handoutMaster" Target="handoutMasters/handoutMaster1.xml"/><Relationship Id="rId19"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font" Target="fonts/font4.fntdata"/><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9B76C1-5D6A-4BE8-9E13-EB92B623AC55}" type="datetimeFigureOut">
              <a:rPr lang="es-ES" smtClean="0"/>
              <a:t>13/12/2025</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EB8445-AEE5-4B15-A732-6F342B124061}" type="slidenum">
              <a:rPr lang="es-ES" smtClean="0"/>
              <a:t>‹Nº›</a:t>
            </a:fld>
            <a:endParaRPr lang="es-ES"/>
          </a:p>
        </p:txBody>
      </p:sp>
    </p:spTree>
    <p:extLst>
      <p:ext uri="{BB962C8B-B14F-4D97-AF65-F5344CB8AC3E}">
        <p14:creationId xmlns:p14="http://schemas.microsoft.com/office/powerpoint/2010/main" val="30449674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1D35EC-AF0A-4DE7-855D-4EF6B0151212}" type="datetimeFigureOut">
              <a:rPr lang="es-ES" smtClean="0"/>
              <a:t>13/12/2025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AE8CD-FAC3-447B-AA62-CC577D5700D2}" type="slidenum">
              <a:rPr lang="es-ES" smtClean="0"/>
              <a:t>‹Nº›</a:t>
            </a:fld>
            <a:endParaRPr lang="es-ES"/>
          </a:p>
        </p:txBody>
      </p:sp>
    </p:spTree>
    <p:extLst>
      <p:ext uri="{BB962C8B-B14F-4D97-AF65-F5344CB8AC3E}">
        <p14:creationId xmlns:p14="http://schemas.microsoft.com/office/powerpoint/2010/main" val="3940102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a:p>
        </p:txBody>
      </p:sp>
      <p:sp>
        <p:nvSpPr>
          <p:cNvPr id="5" name="Marcador de pie de página 4">
            <a:extLst>
              <a:ext uri="{FF2B5EF4-FFF2-40B4-BE49-F238E27FC236}">
                <a16:creationId xmlns:a16="http://schemas.microsoft.com/office/drawing/2014/main" id="{57AD5312-3ABE-964A-A5F0-21118D3AAD17}"/>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24993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D533B-D914-EBB2-7B14-EDB39942C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37399-C64B-1F2D-0CF8-94AA25A13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26E7B-5313-0C43-916F-C74AF6630E6E}"/>
              </a:ext>
            </a:extLst>
          </p:cNvPr>
          <p:cNvSpPr>
            <a:spLocks noGrp="1"/>
          </p:cNvSpPr>
          <p:nvPr>
            <p:ph type="body" idx="1"/>
          </p:nvPr>
        </p:nvSpPr>
        <p:spPr/>
        <p:txBody>
          <a:bodyPr/>
          <a:lstStyle/>
          <a:p>
            <a:endParaRPr lang="en-ES"/>
          </a:p>
        </p:txBody>
      </p:sp>
      <p:sp>
        <p:nvSpPr>
          <p:cNvPr id="5" name="Marcador de pie de página 4">
            <a:extLst>
              <a:ext uri="{FF2B5EF4-FFF2-40B4-BE49-F238E27FC236}">
                <a16:creationId xmlns:a16="http://schemas.microsoft.com/office/drawing/2014/main" id="{C8F0E4CA-8CF3-5A2A-889F-A4F1489A3020}"/>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45921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BF588-22B8-C698-6D08-909FC396E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567CF-7255-429A-591E-D0E881441E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8A02D8-89E8-2696-FADB-BAD478E3D824}"/>
              </a:ext>
            </a:extLst>
          </p:cNvPr>
          <p:cNvSpPr>
            <a:spLocks noGrp="1"/>
          </p:cNvSpPr>
          <p:nvPr>
            <p:ph type="body" idx="1"/>
          </p:nvPr>
        </p:nvSpPr>
        <p:spPr/>
        <p:txBody>
          <a:bodyPr/>
          <a:lstStyle/>
          <a:p>
            <a:endParaRPr lang="en-ES"/>
          </a:p>
        </p:txBody>
      </p:sp>
      <p:sp>
        <p:nvSpPr>
          <p:cNvPr id="5" name="Marcador de pie de página 4">
            <a:extLst>
              <a:ext uri="{FF2B5EF4-FFF2-40B4-BE49-F238E27FC236}">
                <a16:creationId xmlns:a16="http://schemas.microsoft.com/office/drawing/2014/main" id="{14BF523A-29F8-0F97-3FA1-35C3D0FFE8AC}"/>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0269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 Minimal">
    <p:spTree>
      <p:nvGrpSpPr>
        <p:cNvPr id="1" name=""/>
        <p:cNvGrpSpPr/>
        <p:nvPr/>
      </p:nvGrpSpPr>
      <p:grpSpPr>
        <a:xfrm>
          <a:off x="0" y="0"/>
          <a:ext cx="0" cy="0"/>
          <a:chOff x="0" y="0"/>
          <a:chExt cx="0" cy="0"/>
        </a:xfrm>
      </p:grpSpPr>
      <p:cxnSp>
        <p:nvCxnSpPr>
          <p:cNvPr id="16" name="Straight Connector 8">
            <a:extLst>
              <a:ext uri="{FF2B5EF4-FFF2-40B4-BE49-F238E27FC236}">
                <a16:creationId xmlns:a16="http://schemas.microsoft.com/office/drawing/2014/main" id="{522FDCA3-D06F-6C71-2915-A97D0857815D}"/>
              </a:ext>
            </a:extLst>
          </p:cNvPr>
          <p:cNvCxnSpPr/>
          <p:nvPr userDrawn="1"/>
        </p:nvCxnSpPr>
        <p:spPr>
          <a:xfrm>
            <a:off x="7536016" y="0"/>
            <a:ext cx="0" cy="685800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11" name="ChaflanFigura_4"/>
          <p:cNvSpPr/>
          <p:nvPr userDrawn="1"/>
        </p:nvSpPr>
        <p:spPr>
          <a:xfrm>
            <a:off x="336550" y="1268976"/>
            <a:ext cx="11518900" cy="2880032"/>
          </a:xfrm>
          <a:custGeom>
            <a:avLst/>
            <a:gdLst/>
            <a:ahLst/>
            <a:cxnLst/>
            <a:rect l="0" t="0" r="0" b="0"/>
            <a:pathLst>
              <a:path w="11518901" h="2880033">
                <a:moveTo>
                  <a:pt x="144000" y="0"/>
                </a:moveTo>
                <a:lnTo>
                  <a:pt x="11374899" y="0"/>
                </a:lnTo>
                <a:lnTo>
                  <a:pt x="11518900" y="144000"/>
                </a:lnTo>
                <a:lnTo>
                  <a:pt x="11518900" y="2736032"/>
                </a:lnTo>
                <a:lnTo>
                  <a:pt x="11374899" y="2880032"/>
                </a:lnTo>
                <a:lnTo>
                  <a:pt x="144000" y="2880032"/>
                </a:lnTo>
                <a:lnTo>
                  <a:pt x="0" y="2736032"/>
                </a:lnTo>
                <a:lnTo>
                  <a:pt x="0" y="144000"/>
                </a:lnTo>
                <a:close/>
              </a:path>
            </a:pathLst>
          </a:custGeom>
          <a:solidFill>
            <a:srgbClr val="004254"/>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grpSp>
        <p:nvGrpSpPr>
          <p:cNvPr id="12"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p:grpSpPr>
        <p:sp>
          <p:nvSpPr>
            <p:cNvPr id="13"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4"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2" name="Título 1"/>
          <p:cNvSpPr>
            <a:spLocks noGrp="1"/>
          </p:cNvSpPr>
          <p:nvPr>
            <p:ph type="title" hasCustomPrompt="1"/>
          </p:nvPr>
        </p:nvSpPr>
        <p:spPr>
          <a:xfrm>
            <a:off x="1047054" y="1268976"/>
            <a:ext cx="10089002" cy="2880032"/>
          </a:xfrm>
        </p:spPr>
        <p:txBody>
          <a:bodyPr anchor="ctr"/>
          <a:lstStyle>
            <a:lvl1pPr>
              <a:lnSpc>
                <a:spcPct val="85000"/>
              </a:lnSpc>
              <a:defRPr sz="7200"/>
            </a:lvl1pPr>
          </a:lstStyle>
          <a:p>
            <a:r>
              <a:rPr lang="es-ES" dirty="0"/>
              <a:t>Escribe aquí el título de la presentación</a:t>
            </a:r>
          </a:p>
        </p:txBody>
      </p:sp>
    </p:spTree>
    <p:extLst>
      <p:ext uri="{BB962C8B-B14F-4D97-AF65-F5344CB8AC3E}">
        <p14:creationId xmlns:p14="http://schemas.microsoft.com/office/powerpoint/2010/main" val="2884491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RTADA - V - Amazónico">
    <p:spTree>
      <p:nvGrpSpPr>
        <p:cNvPr id="1" name=""/>
        <p:cNvGrpSpPr/>
        <p:nvPr/>
      </p:nvGrpSpPr>
      <p:grpSpPr>
        <a:xfrm>
          <a:off x="0" y="0"/>
          <a:ext cx="0" cy="0"/>
          <a:chOff x="0" y="0"/>
          <a:chExt cx="0" cy="0"/>
        </a:xfrm>
      </p:grpSpPr>
      <p:sp>
        <p:nvSpPr>
          <p:cNvPr id="3" name="Subtítulo 2"/>
          <p:cNvSpPr>
            <a:spLocks noGrp="1"/>
          </p:cNvSpPr>
          <p:nvPr>
            <p:ph type="subTitle" idx="1" hasCustomPrompt="1"/>
          </p:nvPr>
        </p:nvSpPr>
        <p:spPr>
          <a:xfrm>
            <a:off x="336550" y="4149007"/>
            <a:ext cx="5039442" cy="720757"/>
          </a:xfrm>
          <a:prstGeom prst="rect">
            <a:avLst/>
          </a:prstGeom>
        </p:spPr>
        <p:txBody>
          <a:bodyPr lIns="0" tIns="0" rIns="0" bIns="0">
            <a:noAutofit/>
          </a:bodyPr>
          <a:lstStyle>
            <a:lvl1pPr marL="0" indent="0" algn="l">
              <a:lnSpc>
                <a:spcPct val="100000"/>
              </a:lnSpc>
              <a:spcBef>
                <a:spcPts val="0"/>
              </a:spcBef>
              <a:spcAft>
                <a:spcPts val="0"/>
              </a:spcAft>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Escribe aquí el subtítulo de la presentación</a:t>
            </a:r>
          </a:p>
        </p:txBody>
      </p:sp>
      <p:cxnSp>
        <p:nvCxnSpPr>
          <p:cNvPr id="20" name="Straight Connector 1">
            <a:extLst>
              <a:ext uri="{FF2B5EF4-FFF2-40B4-BE49-F238E27FC236}">
                <a16:creationId xmlns:a16="http://schemas.microsoft.com/office/drawing/2014/main" id="{2614D5A6-CCD6-5B77-B55E-0710DBBE919E}"/>
              </a:ext>
            </a:extLst>
          </p:cNvPr>
          <p:cNvCxnSpPr>
            <a:cxnSpLocks/>
          </p:cNvCxnSpPr>
          <p:nvPr userDrawn="1"/>
        </p:nvCxnSpPr>
        <p:spPr>
          <a:xfrm flipH="1">
            <a:off x="0" y="6129030"/>
            <a:ext cx="4656138"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2"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p:grpSpPr>
        <p:sp>
          <p:nvSpPr>
            <p:cNvPr id="13"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4"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2" name="Título 1"/>
          <p:cNvSpPr>
            <a:spLocks noGrp="1"/>
          </p:cNvSpPr>
          <p:nvPr>
            <p:ph type="title" hasCustomPrompt="1"/>
          </p:nvPr>
        </p:nvSpPr>
        <p:spPr>
          <a:xfrm>
            <a:off x="336550" y="1718981"/>
            <a:ext cx="5039442" cy="1980022"/>
          </a:xfrm>
        </p:spPr>
        <p:txBody>
          <a:bodyPr/>
          <a:lstStyle>
            <a:lvl1pPr>
              <a:lnSpc>
                <a:spcPct val="85000"/>
              </a:lnSpc>
              <a:defRPr sz="4800"/>
            </a:lvl1pPr>
          </a:lstStyle>
          <a:p>
            <a:r>
              <a:rPr lang="es-ES" dirty="0"/>
              <a:t>Escribe aquí el título de la presentación</a:t>
            </a:r>
          </a:p>
        </p:txBody>
      </p:sp>
      <p:sp>
        <p:nvSpPr>
          <p:cNvPr id="5" name="Marcador de texto 4"/>
          <p:cNvSpPr>
            <a:spLocks noGrp="1"/>
          </p:cNvSpPr>
          <p:nvPr>
            <p:ph type="body" sz="quarter" idx="14" hasCustomPrompt="1"/>
          </p:nvPr>
        </p:nvSpPr>
        <p:spPr>
          <a:xfrm>
            <a:off x="336550" y="6200775"/>
            <a:ext cx="4319588" cy="320675"/>
          </a:xfrm>
          <a:prstGeom prst="rect">
            <a:avLst/>
          </a:prstGeom>
        </p:spPr>
        <p:txBody>
          <a:bodyPr wrap="square" lIns="0" tIns="0" rIns="0" bIns="0" anchor="b" anchorCtr="0">
            <a:noAutofit/>
          </a:bodyPr>
          <a:lstStyle>
            <a:lvl1pPr marL="0" indent="0">
              <a:lnSpc>
                <a:spcPct val="100000"/>
              </a:lnSpc>
              <a:spcBef>
                <a:spcPts val="0"/>
              </a:spcBef>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la fecha de la presentación</a:t>
            </a:r>
          </a:p>
        </p:txBody>
      </p:sp>
      <p:sp>
        <p:nvSpPr>
          <p:cNvPr id="22" name="Marcador de posición de imagen 21"/>
          <p:cNvSpPr>
            <a:spLocks noGrp="1"/>
          </p:cNvSpPr>
          <p:nvPr>
            <p:ph type="pic" sz="quarter" idx="15" hasCustomPrompt="1"/>
          </p:nvPr>
        </p:nvSpPr>
        <p:spPr>
          <a:xfrm>
            <a:off x="6096000" y="334963"/>
            <a:ext cx="5759450" cy="6188074"/>
          </a:xfrm>
          <a:custGeom>
            <a:avLst/>
            <a:gdLst>
              <a:gd name="connsiteX0" fmla="*/ 144000 w 5759450"/>
              <a:gd name="connsiteY0" fmla="*/ 0 h 6188074"/>
              <a:gd name="connsiteX1" fmla="*/ 5616009 w 5759450"/>
              <a:gd name="connsiteY1" fmla="*/ 0 h 6188074"/>
              <a:gd name="connsiteX2" fmla="*/ 5759450 w 5759450"/>
              <a:gd name="connsiteY2" fmla="*/ 143441 h 6188074"/>
              <a:gd name="connsiteX3" fmla="*/ 5759450 w 5759450"/>
              <a:gd name="connsiteY3" fmla="*/ 6044633 h 6188074"/>
              <a:gd name="connsiteX4" fmla="*/ 5616009 w 5759450"/>
              <a:gd name="connsiteY4" fmla="*/ 6188074 h 6188074"/>
              <a:gd name="connsiteX5" fmla="*/ 144000 w 5759450"/>
              <a:gd name="connsiteY5" fmla="*/ 6188074 h 6188074"/>
              <a:gd name="connsiteX6" fmla="*/ 0 w 5759450"/>
              <a:gd name="connsiteY6" fmla="*/ 6044074 h 6188074"/>
              <a:gd name="connsiteX7" fmla="*/ 0 w 5759450"/>
              <a:gd name="connsiteY7" fmla="*/ 144000 h 618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59450" h="6188074">
                <a:moveTo>
                  <a:pt x="144000" y="0"/>
                </a:moveTo>
                <a:lnTo>
                  <a:pt x="5616009" y="0"/>
                </a:lnTo>
                <a:lnTo>
                  <a:pt x="5759450" y="143441"/>
                </a:lnTo>
                <a:lnTo>
                  <a:pt x="5759450" y="6044633"/>
                </a:lnTo>
                <a:lnTo>
                  <a:pt x="5616009" y="6188074"/>
                </a:lnTo>
                <a:lnTo>
                  <a:pt x="144000" y="6188074"/>
                </a:lnTo>
                <a:lnTo>
                  <a:pt x="0" y="6044074"/>
                </a:lnTo>
                <a:lnTo>
                  <a:pt x="0" y="144000"/>
                </a:lnTo>
                <a:close/>
              </a:path>
            </a:pathLst>
          </a:custGeom>
        </p:spPr>
        <p:txBody>
          <a:bodyPr wrap="square" anchor="ctr">
            <a:noAutofit/>
          </a:bodyPr>
          <a:lstStyle>
            <a:lvl1pPr marL="0" indent="0" algn="ctr">
              <a:lnSpc>
                <a:spcPct val="100000"/>
              </a:lnSpc>
              <a:spcBef>
                <a:spcPts val="0"/>
              </a:spcBef>
              <a:buNone/>
              <a:defRPr sz="1400">
                <a:solidFill>
                  <a:schemeClr val="tx1"/>
                </a:solidFill>
              </a:defRPr>
            </a:lvl1pPr>
          </a:lstStyle>
          <a:p>
            <a:r>
              <a:rPr lang="es-ES" dirty="0"/>
              <a:t>Haga clic en el icono </a:t>
            </a:r>
            <a:br>
              <a:rPr lang="es-ES" dirty="0"/>
            </a:br>
            <a:r>
              <a:rPr lang="es-ES" dirty="0"/>
              <a:t>para agregar una imagen</a:t>
            </a:r>
          </a:p>
        </p:txBody>
      </p:sp>
    </p:spTree>
    <p:extLst>
      <p:ext uri="{BB962C8B-B14F-4D97-AF65-F5344CB8AC3E}">
        <p14:creationId xmlns:p14="http://schemas.microsoft.com/office/powerpoint/2010/main" val="20710941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ADA - H - Amazónico">
    <p:spTree>
      <p:nvGrpSpPr>
        <p:cNvPr id="1" name=""/>
        <p:cNvGrpSpPr/>
        <p:nvPr/>
      </p:nvGrpSpPr>
      <p:grpSpPr>
        <a:xfrm>
          <a:off x="0" y="0"/>
          <a:ext cx="0" cy="0"/>
          <a:chOff x="0" y="0"/>
          <a:chExt cx="0" cy="0"/>
        </a:xfrm>
      </p:grpSpPr>
      <p:sp>
        <p:nvSpPr>
          <p:cNvPr id="3" name="Subtítulo 2"/>
          <p:cNvSpPr>
            <a:spLocks noGrp="1"/>
          </p:cNvSpPr>
          <p:nvPr>
            <p:ph type="subTitle" idx="1" hasCustomPrompt="1"/>
          </p:nvPr>
        </p:nvSpPr>
        <p:spPr>
          <a:xfrm>
            <a:off x="336550" y="2708993"/>
            <a:ext cx="8639482" cy="360003"/>
          </a:xfrm>
          <a:prstGeom prst="rect">
            <a:avLst/>
          </a:prstGeom>
        </p:spPr>
        <p:txBody>
          <a:bodyPr lIns="0" tIns="0" rIns="0" bIns="0">
            <a:noAutofit/>
          </a:bodyPr>
          <a:lstStyle>
            <a:lvl1pPr marL="0" indent="0" algn="l">
              <a:lnSpc>
                <a:spcPct val="100000"/>
              </a:lnSpc>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Escribe aquí el subtítulo de la presentación</a:t>
            </a:r>
          </a:p>
        </p:txBody>
      </p:sp>
      <p:cxnSp>
        <p:nvCxnSpPr>
          <p:cNvPr id="20" name="Straight Connector 1">
            <a:extLst>
              <a:ext uri="{FF2B5EF4-FFF2-40B4-BE49-F238E27FC236}">
                <a16:creationId xmlns:a16="http://schemas.microsoft.com/office/drawing/2014/main" id="{2614D5A6-CCD6-5B77-B55E-0710DBBE919E}"/>
              </a:ext>
            </a:extLst>
          </p:cNvPr>
          <p:cNvCxnSpPr>
            <a:cxnSpLocks/>
          </p:cNvCxnSpPr>
          <p:nvPr userDrawn="1"/>
        </p:nvCxnSpPr>
        <p:spPr>
          <a:xfrm rot="5400000" flipH="1">
            <a:off x="7935637" y="1490400"/>
            <a:ext cx="2980800"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2"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p:grpSpPr>
        <p:sp>
          <p:nvSpPr>
            <p:cNvPr id="13"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4"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2" name="Título 1"/>
          <p:cNvSpPr>
            <a:spLocks noGrp="1"/>
          </p:cNvSpPr>
          <p:nvPr>
            <p:ph type="title" hasCustomPrompt="1"/>
          </p:nvPr>
        </p:nvSpPr>
        <p:spPr>
          <a:xfrm>
            <a:off x="336550" y="1268976"/>
            <a:ext cx="8639482" cy="1350015"/>
          </a:xfrm>
        </p:spPr>
        <p:txBody>
          <a:bodyPr/>
          <a:lstStyle>
            <a:lvl1pPr>
              <a:lnSpc>
                <a:spcPct val="85000"/>
              </a:lnSpc>
              <a:defRPr sz="4800"/>
            </a:lvl1pPr>
          </a:lstStyle>
          <a:p>
            <a:r>
              <a:rPr lang="es-ES" dirty="0"/>
              <a:t>Escribe aquí el título de la presentación</a:t>
            </a:r>
          </a:p>
        </p:txBody>
      </p:sp>
      <p:sp>
        <p:nvSpPr>
          <p:cNvPr id="5" name="Marcador de texto 4"/>
          <p:cNvSpPr>
            <a:spLocks noGrp="1"/>
          </p:cNvSpPr>
          <p:nvPr>
            <p:ph type="body" sz="quarter" idx="14" hasCustomPrompt="1"/>
          </p:nvPr>
        </p:nvSpPr>
        <p:spPr>
          <a:xfrm>
            <a:off x="9606038" y="2660125"/>
            <a:ext cx="2249412" cy="320675"/>
          </a:xfrm>
          <a:prstGeom prst="rect">
            <a:avLst/>
          </a:prstGeom>
        </p:spPr>
        <p:txBody>
          <a:bodyPr wrap="square" lIns="0" tIns="0" rIns="0" bIns="0" anchor="b" anchorCtr="0">
            <a:noAutofit/>
          </a:bodyPr>
          <a:lstStyle>
            <a:lvl1pPr marL="0" indent="0">
              <a:lnSpc>
                <a:spcPct val="100000"/>
              </a:lnSpc>
              <a:spcBef>
                <a:spcPts val="0"/>
              </a:spcBef>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s-ES" dirty="0"/>
              <a:t>Fecha de la presentación</a:t>
            </a:r>
          </a:p>
        </p:txBody>
      </p:sp>
      <p:sp>
        <p:nvSpPr>
          <p:cNvPr id="49" name="Marcador de posición de imagen 48"/>
          <p:cNvSpPr>
            <a:spLocks noGrp="1"/>
          </p:cNvSpPr>
          <p:nvPr>
            <p:ph type="pic" sz="quarter" idx="15" hasCustomPrompt="1"/>
          </p:nvPr>
        </p:nvSpPr>
        <p:spPr>
          <a:xfrm>
            <a:off x="336554" y="3429001"/>
            <a:ext cx="11518897" cy="3094037"/>
          </a:xfrm>
          <a:custGeom>
            <a:avLst/>
            <a:gdLst>
              <a:gd name="connsiteX0" fmla="*/ 144000 w 11518897"/>
              <a:gd name="connsiteY0" fmla="*/ 0 h 3094037"/>
              <a:gd name="connsiteX1" fmla="*/ 11376018 w 11518897"/>
              <a:gd name="connsiteY1" fmla="*/ 0 h 3094037"/>
              <a:gd name="connsiteX2" fmla="*/ 11518897 w 11518897"/>
              <a:gd name="connsiteY2" fmla="*/ 142879 h 3094037"/>
              <a:gd name="connsiteX3" fmla="*/ 11518897 w 11518897"/>
              <a:gd name="connsiteY3" fmla="*/ 2951158 h 3094037"/>
              <a:gd name="connsiteX4" fmla="*/ 11376018 w 11518897"/>
              <a:gd name="connsiteY4" fmla="*/ 3094037 h 3094037"/>
              <a:gd name="connsiteX5" fmla="*/ 144000 w 11518897"/>
              <a:gd name="connsiteY5" fmla="*/ 3094037 h 3094037"/>
              <a:gd name="connsiteX6" fmla="*/ 0 w 11518897"/>
              <a:gd name="connsiteY6" fmla="*/ 2950037 h 3094037"/>
              <a:gd name="connsiteX7" fmla="*/ 0 w 11518897"/>
              <a:gd name="connsiteY7" fmla="*/ 144000 h 3094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18897" h="3094037">
                <a:moveTo>
                  <a:pt x="144000" y="0"/>
                </a:moveTo>
                <a:lnTo>
                  <a:pt x="11376018" y="0"/>
                </a:lnTo>
                <a:lnTo>
                  <a:pt x="11518897" y="142879"/>
                </a:lnTo>
                <a:lnTo>
                  <a:pt x="11518897" y="2951158"/>
                </a:lnTo>
                <a:lnTo>
                  <a:pt x="11376018" y="3094037"/>
                </a:lnTo>
                <a:lnTo>
                  <a:pt x="144000" y="3094037"/>
                </a:lnTo>
                <a:lnTo>
                  <a:pt x="0" y="2950037"/>
                </a:lnTo>
                <a:lnTo>
                  <a:pt x="0" y="144000"/>
                </a:lnTo>
                <a:close/>
              </a:path>
            </a:pathLst>
          </a:custGeom>
          <a:ln>
            <a:noFill/>
          </a:ln>
        </p:spPr>
        <p:txBody>
          <a:bodyPr wrap="square" anchor="ctr">
            <a:noAutofit/>
          </a:bodyPr>
          <a:lstStyle>
            <a:lvl1pPr marL="0" indent="0" algn="ctr">
              <a:lnSpc>
                <a:spcPct val="100000"/>
              </a:lnSpc>
              <a:spcBef>
                <a:spcPts val="0"/>
              </a:spcBef>
              <a:buNone/>
              <a:defRPr sz="1400"/>
            </a:lvl1pPr>
          </a:lstStyle>
          <a:p>
            <a:r>
              <a:rPr lang="es-ES" dirty="0"/>
              <a:t>Haga clic en el icono </a:t>
            </a:r>
            <a:br>
              <a:rPr lang="es-ES" dirty="0"/>
            </a:br>
            <a:r>
              <a:rPr lang="es-ES" dirty="0"/>
              <a:t>para agregar una imagen</a:t>
            </a:r>
          </a:p>
        </p:txBody>
      </p:sp>
    </p:spTree>
    <p:extLst>
      <p:ext uri="{BB962C8B-B14F-4D97-AF65-F5344CB8AC3E}">
        <p14:creationId xmlns:p14="http://schemas.microsoft.com/office/powerpoint/2010/main" val="14068371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RTADA - FULL - Image NEG">
    <p:spTree>
      <p:nvGrpSpPr>
        <p:cNvPr id="1" name=""/>
        <p:cNvGrpSpPr/>
        <p:nvPr/>
      </p:nvGrpSpPr>
      <p:grpSpPr>
        <a:xfrm>
          <a:off x="0" y="0"/>
          <a:ext cx="0" cy="0"/>
          <a:chOff x="0" y="0"/>
          <a:chExt cx="0" cy="0"/>
        </a:xfrm>
      </p:grpSpPr>
      <p:sp>
        <p:nvSpPr>
          <p:cNvPr id="6" name="Marcador de posición de imagen 5"/>
          <p:cNvSpPr>
            <a:spLocks noGrp="1"/>
          </p:cNvSpPr>
          <p:nvPr>
            <p:ph type="pic" sz="quarter" idx="15" hasCustomPrompt="1"/>
          </p:nvPr>
        </p:nvSpPr>
        <p:spPr>
          <a:xfrm>
            <a:off x="0" y="0"/>
            <a:ext cx="12192000" cy="6858000"/>
          </a:xfrm>
          <a:prstGeom prst="rect">
            <a:avLst/>
          </a:prstGeom>
        </p:spPr>
        <p:txBody>
          <a:bodyPr anchor="ctr">
            <a:normAutofit/>
          </a:bodyPr>
          <a:lstStyle>
            <a:lvl1pPr marL="0" indent="0" algn="ctr">
              <a:lnSpc>
                <a:spcPct val="100000"/>
              </a:lnSpc>
              <a:spcBef>
                <a:spcPts val="0"/>
              </a:spcBef>
              <a:buNone/>
              <a:defRPr sz="1400"/>
            </a:lvl1pPr>
          </a:lstStyle>
          <a:p>
            <a:r>
              <a:rPr lang="es-ES" dirty="0"/>
              <a:t>Haga clic en el icono </a:t>
            </a:r>
            <a:br>
              <a:rPr lang="es-ES" dirty="0"/>
            </a:br>
            <a:r>
              <a:rPr lang="es-ES" dirty="0"/>
              <a:t>para agregar una imagen</a:t>
            </a:r>
          </a:p>
        </p:txBody>
      </p:sp>
      <p:sp>
        <p:nvSpPr>
          <p:cNvPr id="3" name="Subtítulo 2"/>
          <p:cNvSpPr>
            <a:spLocks noGrp="1"/>
          </p:cNvSpPr>
          <p:nvPr>
            <p:ph type="subTitle" idx="1" hasCustomPrompt="1"/>
          </p:nvPr>
        </p:nvSpPr>
        <p:spPr>
          <a:xfrm>
            <a:off x="336550" y="4149007"/>
            <a:ext cx="5039442" cy="722773"/>
          </a:xfrm>
          <a:prstGeom prst="rect">
            <a:avLst/>
          </a:prstGeom>
        </p:spPr>
        <p:txBody>
          <a:bodyPr lIns="0" tIns="0" rIns="0" bIns="0">
            <a:noAutofit/>
          </a:bodyPr>
          <a:lstStyle>
            <a:lvl1pPr marL="0" indent="0" algn="l">
              <a:lnSpc>
                <a:spcPct val="100000"/>
              </a:lnSpc>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Escribe aquí el subtítulo de la presentación</a:t>
            </a:r>
          </a:p>
        </p:txBody>
      </p:sp>
      <p:cxnSp>
        <p:nvCxnSpPr>
          <p:cNvPr id="20" name="Straight Connector 1">
            <a:extLst>
              <a:ext uri="{FF2B5EF4-FFF2-40B4-BE49-F238E27FC236}">
                <a16:creationId xmlns:a16="http://schemas.microsoft.com/office/drawing/2014/main" id="{2614D5A6-CCD6-5B77-B55E-0710DBBE919E}"/>
              </a:ext>
            </a:extLst>
          </p:cNvPr>
          <p:cNvCxnSpPr>
            <a:cxnSpLocks/>
          </p:cNvCxnSpPr>
          <p:nvPr userDrawn="1"/>
        </p:nvCxnSpPr>
        <p:spPr>
          <a:xfrm flipH="1">
            <a:off x="0" y="6129030"/>
            <a:ext cx="4656138"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2"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p:grpSpPr>
        <p:sp>
          <p:nvSpPr>
            <p:cNvPr id="13"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4"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2" name="Título 1"/>
          <p:cNvSpPr>
            <a:spLocks noGrp="1"/>
          </p:cNvSpPr>
          <p:nvPr>
            <p:ph type="title" hasCustomPrompt="1"/>
          </p:nvPr>
        </p:nvSpPr>
        <p:spPr>
          <a:xfrm>
            <a:off x="336550" y="1719989"/>
            <a:ext cx="5039442" cy="1980022"/>
          </a:xfrm>
        </p:spPr>
        <p:txBody>
          <a:bodyPr/>
          <a:lstStyle>
            <a:lvl1pPr>
              <a:lnSpc>
                <a:spcPct val="85000"/>
              </a:lnSpc>
              <a:defRPr sz="4800"/>
            </a:lvl1pPr>
          </a:lstStyle>
          <a:p>
            <a:r>
              <a:rPr lang="es-ES" dirty="0"/>
              <a:t>Escribe aquí el título de la presentación</a:t>
            </a:r>
          </a:p>
        </p:txBody>
      </p:sp>
      <p:sp>
        <p:nvSpPr>
          <p:cNvPr id="5" name="Marcador de texto 4"/>
          <p:cNvSpPr>
            <a:spLocks noGrp="1"/>
          </p:cNvSpPr>
          <p:nvPr>
            <p:ph type="body" sz="quarter" idx="14" hasCustomPrompt="1"/>
          </p:nvPr>
        </p:nvSpPr>
        <p:spPr>
          <a:xfrm>
            <a:off x="336550" y="6200775"/>
            <a:ext cx="4319588" cy="320675"/>
          </a:xfrm>
          <a:prstGeom prst="rect">
            <a:avLst/>
          </a:prstGeom>
        </p:spPr>
        <p:txBody>
          <a:bodyPr wrap="square" lIns="0" tIns="0" rIns="0" bIns="0" anchor="b" anchorCtr="0">
            <a:noAutofit/>
          </a:bodyPr>
          <a:lstStyle>
            <a:lvl1pPr marL="0" indent="0">
              <a:lnSpc>
                <a:spcPct val="100000"/>
              </a:lnSpc>
              <a:spcBef>
                <a:spcPts val="0"/>
              </a:spcBef>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la fecha de la presentación</a:t>
            </a:r>
          </a:p>
        </p:txBody>
      </p:sp>
    </p:spTree>
    <p:extLst>
      <p:ext uri="{BB962C8B-B14F-4D97-AF65-F5344CB8AC3E}">
        <p14:creationId xmlns:p14="http://schemas.microsoft.com/office/powerpoint/2010/main" val="42522912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ORTADA - V - Amazónico+Partner">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3883320C-893C-E852-65DA-C4DBC29EEBA0}"/>
              </a:ext>
            </a:extLst>
          </p:cNvPr>
          <p:cNvSpPr/>
          <p:nvPr userDrawn="1"/>
        </p:nvSpPr>
        <p:spPr>
          <a:xfrm>
            <a:off x="0" y="0"/>
            <a:ext cx="12192000" cy="88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
        <p:nvSpPr>
          <p:cNvPr id="3" name="Subtítulo 2"/>
          <p:cNvSpPr>
            <a:spLocks noGrp="1"/>
          </p:cNvSpPr>
          <p:nvPr>
            <p:ph type="subTitle" idx="1" hasCustomPrompt="1"/>
          </p:nvPr>
        </p:nvSpPr>
        <p:spPr>
          <a:xfrm>
            <a:off x="336550" y="4149008"/>
            <a:ext cx="5039442" cy="720008"/>
          </a:xfrm>
          <a:prstGeom prst="rect">
            <a:avLst/>
          </a:prstGeom>
        </p:spPr>
        <p:txBody>
          <a:bodyPr lIns="0" tIns="0" rIns="0" bIns="0">
            <a:noAutofit/>
          </a:bodyPr>
          <a:lstStyle>
            <a:lvl1pPr marL="0" indent="0" algn="l">
              <a:lnSpc>
                <a:spcPct val="100000"/>
              </a:lnSpc>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Escribe aquí el subtítulo de la presentación</a:t>
            </a:r>
          </a:p>
        </p:txBody>
      </p:sp>
      <p:cxnSp>
        <p:nvCxnSpPr>
          <p:cNvPr id="20" name="Straight Connector 1">
            <a:extLst>
              <a:ext uri="{FF2B5EF4-FFF2-40B4-BE49-F238E27FC236}">
                <a16:creationId xmlns:a16="http://schemas.microsoft.com/office/drawing/2014/main" id="{2614D5A6-CCD6-5B77-B55E-0710DBBE919E}"/>
              </a:ext>
            </a:extLst>
          </p:cNvPr>
          <p:cNvCxnSpPr>
            <a:cxnSpLocks/>
          </p:cNvCxnSpPr>
          <p:nvPr userDrawn="1"/>
        </p:nvCxnSpPr>
        <p:spPr>
          <a:xfrm flipH="1">
            <a:off x="0" y="6129030"/>
            <a:ext cx="4656138"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2"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a:solidFill>
            <a:schemeClr val="bg1"/>
          </a:solidFill>
        </p:grpSpPr>
        <p:sp>
          <p:nvSpPr>
            <p:cNvPr id="13"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4"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2" name="Título 1"/>
          <p:cNvSpPr>
            <a:spLocks noGrp="1"/>
          </p:cNvSpPr>
          <p:nvPr>
            <p:ph type="title" hasCustomPrompt="1"/>
          </p:nvPr>
        </p:nvSpPr>
        <p:spPr>
          <a:xfrm>
            <a:off x="336550" y="1718981"/>
            <a:ext cx="5039442" cy="1980022"/>
          </a:xfrm>
        </p:spPr>
        <p:txBody>
          <a:bodyPr/>
          <a:lstStyle>
            <a:lvl1pPr>
              <a:lnSpc>
                <a:spcPct val="85000"/>
              </a:lnSpc>
              <a:defRPr sz="4800"/>
            </a:lvl1pPr>
          </a:lstStyle>
          <a:p>
            <a:r>
              <a:rPr lang="es-ES" dirty="0"/>
              <a:t>Escribe aquí el título de la presentación</a:t>
            </a:r>
          </a:p>
        </p:txBody>
      </p:sp>
      <p:sp>
        <p:nvSpPr>
          <p:cNvPr id="5" name="Marcador de texto 4"/>
          <p:cNvSpPr>
            <a:spLocks noGrp="1"/>
          </p:cNvSpPr>
          <p:nvPr>
            <p:ph type="body" sz="quarter" idx="14" hasCustomPrompt="1"/>
          </p:nvPr>
        </p:nvSpPr>
        <p:spPr>
          <a:xfrm>
            <a:off x="336550" y="6200775"/>
            <a:ext cx="4319588" cy="320675"/>
          </a:xfrm>
          <a:prstGeom prst="rect">
            <a:avLst/>
          </a:prstGeom>
        </p:spPr>
        <p:txBody>
          <a:bodyPr wrap="square" lIns="0" tIns="0" rIns="0" bIns="0" anchor="b" anchorCtr="0">
            <a:noAutofit/>
          </a:bodyPr>
          <a:lstStyle>
            <a:lvl1pPr marL="0" indent="0">
              <a:lnSpc>
                <a:spcPct val="100000"/>
              </a:lnSpc>
              <a:spcBef>
                <a:spcPts val="0"/>
              </a:spcBef>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la fecha de la presentación</a:t>
            </a:r>
          </a:p>
        </p:txBody>
      </p:sp>
      <p:cxnSp>
        <p:nvCxnSpPr>
          <p:cNvPr id="16" name="Conector recto 15"/>
          <p:cNvCxnSpPr/>
          <p:nvPr userDrawn="1"/>
        </p:nvCxnSpPr>
        <p:spPr>
          <a:xfrm flipV="1">
            <a:off x="2495960" y="334963"/>
            <a:ext cx="0" cy="214005"/>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Marcador de posición de imagen 17"/>
          <p:cNvSpPr>
            <a:spLocks noGrp="1"/>
          </p:cNvSpPr>
          <p:nvPr>
            <p:ph type="pic" sz="quarter" idx="15" hasCustomPrompt="1"/>
          </p:nvPr>
        </p:nvSpPr>
        <p:spPr>
          <a:xfrm>
            <a:off x="6096001" y="1215043"/>
            <a:ext cx="5760009" cy="5306407"/>
          </a:xfrm>
          <a:custGeom>
            <a:avLst/>
            <a:gdLst>
              <a:gd name="connsiteX0" fmla="*/ 143999 w 5760009"/>
              <a:gd name="connsiteY0" fmla="*/ 0 h 5306407"/>
              <a:gd name="connsiteX1" fmla="*/ 5616010 w 5760009"/>
              <a:gd name="connsiteY1" fmla="*/ 0 h 5306407"/>
              <a:gd name="connsiteX2" fmla="*/ 5760009 w 5760009"/>
              <a:gd name="connsiteY2" fmla="*/ 143999 h 5306407"/>
              <a:gd name="connsiteX3" fmla="*/ 5760009 w 5760009"/>
              <a:gd name="connsiteY3" fmla="*/ 5162407 h 5306407"/>
              <a:gd name="connsiteX4" fmla="*/ 5616009 w 5760009"/>
              <a:gd name="connsiteY4" fmla="*/ 5306407 h 5306407"/>
              <a:gd name="connsiteX5" fmla="*/ 144000 w 5760009"/>
              <a:gd name="connsiteY5" fmla="*/ 5306407 h 5306407"/>
              <a:gd name="connsiteX6" fmla="*/ 0 w 5760009"/>
              <a:gd name="connsiteY6" fmla="*/ 5162407 h 5306407"/>
              <a:gd name="connsiteX7" fmla="*/ 0 w 5760009"/>
              <a:gd name="connsiteY7" fmla="*/ 143999 h 5306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60009" h="5306407">
                <a:moveTo>
                  <a:pt x="143999" y="0"/>
                </a:moveTo>
                <a:lnTo>
                  <a:pt x="5616010" y="0"/>
                </a:lnTo>
                <a:lnTo>
                  <a:pt x="5760009" y="143999"/>
                </a:lnTo>
                <a:lnTo>
                  <a:pt x="5760009" y="5162407"/>
                </a:lnTo>
                <a:lnTo>
                  <a:pt x="5616009" y="5306407"/>
                </a:lnTo>
                <a:lnTo>
                  <a:pt x="144000" y="5306407"/>
                </a:lnTo>
                <a:lnTo>
                  <a:pt x="0" y="5162407"/>
                </a:lnTo>
                <a:lnTo>
                  <a:pt x="0" y="143999"/>
                </a:lnTo>
                <a:close/>
              </a:path>
            </a:pathLst>
          </a:custGeom>
        </p:spPr>
        <p:txBody>
          <a:bodyPr wrap="square" anchor="ctr">
            <a:noAutofit/>
          </a:bodyPr>
          <a:lstStyle>
            <a:lvl1pPr marL="0" indent="0" algn="ctr">
              <a:lnSpc>
                <a:spcPct val="100000"/>
              </a:lnSpc>
              <a:spcBef>
                <a:spcPts val="0"/>
              </a:spcBef>
              <a:buNone/>
              <a:defRPr sz="1400"/>
            </a:lvl1pPr>
          </a:lstStyle>
          <a:p>
            <a:r>
              <a:rPr lang="es-ES" dirty="0"/>
              <a:t>Haga clic en el icono </a:t>
            </a:r>
            <a:br>
              <a:rPr lang="es-ES" dirty="0"/>
            </a:br>
            <a:r>
              <a:rPr lang="es-ES" dirty="0"/>
              <a:t>para agregar una imagen</a:t>
            </a:r>
          </a:p>
        </p:txBody>
      </p:sp>
    </p:spTree>
    <p:extLst>
      <p:ext uri="{BB962C8B-B14F-4D97-AF65-F5344CB8AC3E}">
        <p14:creationId xmlns:p14="http://schemas.microsoft.com/office/powerpoint/2010/main" val="26855339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ORTADA - H - Amazónico+Partner">
    <p:spTree>
      <p:nvGrpSpPr>
        <p:cNvPr id="1" name=""/>
        <p:cNvGrpSpPr/>
        <p:nvPr/>
      </p:nvGrpSpPr>
      <p:grpSpPr>
        <a:xfrm>
          <a:off x="0" y="0"/>
          <a:ext cx="0" cy="0"/>
          <a:chOff x="0" y="0"/>
          <a:chExt cx="0" cy="0"/>
        </a:xfrm>
      </p:grpSpPr>
      <p:sp>
        <p:nvSpPr>
          <p:cNvPr id="3" name="Subtítulo 2"/>
          <p:cNvSpPr>
            <a:spLocks noGrp="1"/>
          </p:cNvSpPr>
          <p:nvPr>
            <p:ph type="subTitle" idx="1" hasCustomPrompt="1"/>
          </p:nvPr>
        </p:nvSpPr>
        <p:spPr>
          <a:xfrm>
            <a:off x="336550" y="2708993"/>
            <a:ext cx="8639482" cy="360003"/>
          </a:xfrm>
          <a:prstGeom prst="rect">
            <a:avLst/>
          </a:prstGeom>
        </p:spPr>
        <p:txBody>
          <a:bodyPr lIns="0" tIns="0" rIns="0" bIns="0">
            <a:noAutofit/>
          </a:bodyPr>
          <a:lstStyle>
            <a:lvl1pPr marL="0" indent="0" algn="l">
              <a:lnSpc>
                <a:spcPct val="100000"/>
              </a:lnSpc>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Escribe aquí el subtítulo de la presentación</a:t>
            </a:r>
          </a:p>
        </p:txBody>
      </p:sp>
      <p:cxnSp>
        <p:nvCxnSpPr>
          <p:cNvPr id="20" name="Straight Connector 1">
            <a:extLst>
              <a:ext uri="{FF2B5EF4-FFF2-40B4-BE49-F238E27FC236}">
                <a16:creationId xmlns:a16="http://schemas.microsoft.com/office/drawing/2014/main" id="{2614D5A6-CCD6-5B77-B55E-0710DBBE919E}"/>
              </a:ext>
            </a:extLst>
          </p:cNvPr>
          <p:cNvCxnSpPr>
            <a:cxnSpLocks/>
          </p:cNvCxnSpPr>
          <p:nvPr userDrawn="1"/>
        </p:nvCxnSpPr>
        <p:spPr>
          <a:xfrm rot="5400000" flipH="1">
            <a:off x="7935637" y="1490400"/>
            <a:ext cx="2980800"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ítulo 1"/>
          <p:cNvSpPr>
            <a:spLocks noGrp="1"/>
          </p:cNvSpPr>
          <p:nvPr>
            <p:ph type="title" hasCustomPrompt="1"/>
          </p:nvPr>
        </p:nvSpPr>
        <p:spPr>
          <a:xfrm>
            <a:off x="336550" y="1268976"/>
            <a:ext cx="8639482" cy="1350015"/>
          </a:xfrm>
        </p:spPr>
        <p:txBody>
          <a:bodyPr/>
          <a:lstStyle>
            <a:lvl1pPr>
              <a:lnSpc>
                <a:spcPct val="85000"/>
              </a:lnSpc>
              <a:defRPr sz="4800"/>
            </a:lvl1pPr>
          </a:lstStyle>
          <a:p>
            <a:r>
              <a:rPr lang="es-ES" dirty="0"/>
              <a:t>Escribe aquí el título de la presentación</a:t>
            </a:r>
          </a:p>
        </p:txBody>
      </p:sp>
      <p:sp>
        <p:nvSpPr>
          <p:cNvPr id="5" name="Marcador de texto 4"/>
          <p:cNvSpPr>
            <a:spLocks noGrp="1"/>
          </p:cNvSpPr>
          <p:nvPr>
            <p:ph type="body" sz="quarter" idx="14" hasCustomPrompt="1"/>
          </p:nvPr>
        </p:nvSpPr>
        <p:spPr>
          <a:xfrm>
            <a:off x="9606038" y="2660125"/>
            <a:ext cx="2249412" cy="320675"/>
          </a:xfrm>
          <a:prstGeom prst="rect">
            <a:avLst/>
          </a:prstGeom>
        </p:spPr>
        <p:txBody>
          <a:bodyPr wrap="square" lIns="0" tIns="0" rIns="0" bIns="0" anchor="b" anchorCtr="0">
            <a:noAutofit/>
          </a:bodyPr>
          <a:lstStyle>
            <a:lvl1pPr marL="0" indent="0">
              <a:lnSpc>
                <a:spcPct val="100000"/>
              </a:lnSpc>
              <a:spcBef>
                <a:spcPts val="0"/>
              </a:spcBef>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s-ES" dirty="0"/>
              <a:t>Fecha de la presentación</a:t>
            </a:r>
          </a:p>
        </p:txBody>
      </p:sp>
      <p:sp>
        <p:nvSpPr>
          <p:cNvPr id="49" name="Marcador de posición de imagen 48"/>
          <p:cNvSpPr>
            <a:spLocks noGrp="1"/>
          </p:cNvSpPr>
          <p:nvPr>
            <p:ph type="pic" sz="quarter" idx="15" hasCustomPrompt="1"/>
          </p:nvPr>
        </p:nvSpPr>
        <p:spPr>
          <a:xfrm>
            <a:off x="336554" y="3429001"/>
            <a:ext cx="11518897" cy="3094037"/>
          </a:xfrm>
          <a:custGeom>
            <a:avLst/>
            <a:gdLst>
              <a:gd name="connsiteX0" fmla="*/ 144000 w 11518897"/>
              <a:gd name="connsiteY0" fmla="*/ 0 h 3094037"/>
              <a:gd name="connsiteX1" fmla="*/ 11376018 w 11518897"/>
              <a:gd name="connsiteY1" fmla="*/ 0 h 3094037"/>
              <a:gd name="connsiteX2" fmla="*/ 11518897 w 11518897"/>
              <a:gd name="connsiteY2" fmla="*/ 142879 h 3094037"/>
              <a:gd name="connsiteX3" fmla="*/ 11518897 w 11518897"/>
              <a:gd name="connsiteY3" fmla="*/ 2951158 h 3094037"/>
              <a:gd name="connsiteX4" fmla="*/ 11376018 w 11518897"/>
              <a:gd name="connsiteY4" fmla="*/ 3094037 h 3094037"/>
              <a:gd name="connsiteX5" fmla="*/ 144000 w 11518897"/>
              <a:gd name="connsiteY5" fmla="*/ 3094037 h 3094037"/>
              <a:gd name="connsiteX6" fmla="*/ 0 w 11518897"/>
              <a:gd name="connsiteY6" fmla="*/ 2950037 h 3094037"/>
              <a:gd name="connsiteX7" fmla="*/ 0 w 11518897"/>
              <a:gd name="connsiteY7" fmla="*/ 144000 h 3094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18897" h="3094037">
                <a:moveTo>
                  <a:pt x="144000" y="0"/>
                </a:moveTo>
                <a:lnTo>
                  <a:pt x="11376018" y="0"/>
                </a:lnTo>
                <a:lnTo>
                  <a:pt x="11518897" y="142879"/>
                </a:lnTo>
                <a:lnTo>
                  <a:pt x="11518897" y="2951158"/>
                </a:lnTo>
                <a:lnTo>
                  <a:pt x="11376018" y="3094037"/>
                </a:lnTo>
                <a:lnTo>
                  <a:pt x="144000" y="3094037"/>
                </a:lnTo>
                <a:lnTo>
                  <a:pt x="0" y="2950037"/>
                </a:lnTo>
                <a:lnTo>
                  <a:pt x="0" y="144000"/>
                </a:lnTo>
                <a:close/>
              </a:path>
            </a:pathLst>
          </a:custGeom>
          <a:ln>
            <a:noFill/>
          </a:ln>
        </p:spPr>
        <p:txBody>
          <a:bodyPr wrap="square" anchor="ctr">
            <a:noAutofit/>
          </a:bodyPr>
          <a:lstStyle>
            <a:lvl1pPr marL="0" indent="0" algn="ctr">
              <a:lnSpc>
                <a:spcPct val="100000"/>
              </a:lnSpc>
              <a:spcBef>
                <a:spcPts val="0"/>
              </a:spcBef>
              <a:buNone/>
              <a:defRPr sz="1400"/>
            </a:lvl1pPr>
          </a:lstStyle>
          <a:p>
            <a:r>
              <a:rPr lang="es-ES" dirty="0"/>
              <a:t>Haga clic en el icono </a:t>
            </a:r>
            <a:br>
              <a:rPr lang="es-ES" dirty="0"/>
            </a:br>
            <a:r>
              <a:rPr lang="es-ES" dirty="0"/>
              <a:t>para agregar una imagen</a:t>
            </a:r>
          </a:p>
        </p:txBody>
      </p:sp>
      <p:sp>
        <p:nvSpPr>
          <p:cNvPr id="11" name="Rectangle 2">
            <a:extLst>
              <a:ext uri="{FF2B5EF4-FFF2-40B4-BE49-F238E27FC236}">
                <a16:creationId xmlns:a16="http://schemas.microsoft.com/office/drawing/2014/main" id="{3883320C-893C-E852-65DA-C4DBC29EEBA0}"/>
              </a:ext>
            </a:extLst>
          </p:cNvPr>
          <p:cNvSpPr/>
          <p:nvPr userDrawn="1"/>
        </p:nvSpPr>
        <p:spPr>
          <a:xfrm>
            <a:off x="0" y="0"/>
            <a:ext cx="12192000" cy="88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grpSp>
        <p:nvGrpSpPr>
          <p:cNvPr id="1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a:solidFill>
            <a:schemeClr val="bg1"/>
          </a:solidFill>
        </p:grpSpPr>
        <p:sp>
          <p:nvSpPr>
            <p:cNvPr id="1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cxnSp>
        <p:nvCxnSpPr>
          <p:cNvPr id="21" name="Conector recto 20"/>
          <p:cNvCxnSpPr/>
          <p:nvPr userDrawn="1"/>
        </p:nvCxnSpPr>
        <p:spPr>
          <a:xfrm flipV="1">
            <a:off x="2495960" y="334963"/>
            <a:ext cx="0" cy="214005"/>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2643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ORTADA - FULL - Image+Partner">
    <p:spTree>
      <p:nvGrpSpPr>
        <p:cNvPr id="1" name=""/>
        <p:cNvGrpSpPr/>
        <p:nvPr/>
      </p:nvGrpSpPr>
      <p:grpSpPr>
        <a:xfrm>
          <a:off x="0" y="0"/>
          <a:ext cx="0" cy="0"/>
          <a:chOff x="0" y="0"/>
          <a:chExt cx="0" cy="0"/>
        </a:xfrm>
      </p:grpSpPr>
      <p:sp>
        <p:nvSpPr>
          <p:cNvPr id="6" name="Marcador de posición de imagen 5"/>
          <p:cNvSpPr>
            <a:spLocks noGrp="1"/>
          </p:cNvSpPr>
          <p:nvPr>
            <p:ph type="pic" sz="quarter" idx="15" hasCustomPrompt="1"/>
          </p:nvPr>
        </p:nvSpPr>
        <p:spPr>
          <a:xfrm>
            <a:off x="0" y="882000"/>
            <a:ext cx="12192000" cy="5976000"/>
          </a:xfrm>
          <a:prstGeom prst="rect">
            <a:avLst/>
          </a:prstGeom>
        </p:spPr>
        <p:txBody>
          <a:bodyPr anchor="ctr">
            <a:normAutofit/>
          </a:bodyPr>
          <a:lstStyle>
            <a:lvl1pPr marL="0" indent="0" algn="ctr">
              <a:lnSpc>
                <a:spcPct val="100000"/>
              </a:lnSpc>
              <a:spcBef>
                <a:spcPts val="0"/>
              </a:spcBef>
              <a:buNone/>
              <a:defRPr sz="1400"/>
            </a:lvl1pPr>
          </a:lstStyle>
          <a:p>
            <a:r>
              <a:rPr lang="es-ES" dirty="0"/>
              <a:t>Haga clic en el icono </a:t>
            </a:r>
            <a:br>
              <a:rPr lang="es-ES" dirty="0"/>
            </a:br>
            <a:r>
              <a:rPr lang="es-ES" dirty="0"/>
              <a:t>para agregar una imagen</a:t>
            </a:r>
          </a:p>
        </p:txBody>
      </p:sp>
      <p:sp>
        <p:nvSpPr>
          <p:cNvPr id="3" name="Subtítulo 2"/>
          <p:cNvSpPr>
            <a:spLocks noGrp="1"/>
          </p:cNvSpPr>
          <p:nvPr>
            <p:ph type="subTitle" idx="1" hasCustomPrompt="1"/>
          </p:nvPr>
        </p:nvSpPr>
        <p:spPr>
          <a:xfrm>
            <a:off x="336550" y="4149007"/>
            <a:ext cx="5039442" cy="722773"/>
          </a:xfrm>
          <a:prstGeom prst="rect">
            <a:avLst/>
          </a:prstGeom>
        </p:spPr>
        <p:txBody>
          <a:bodyPr lIns="0" tIns="0" rIns="0" bIns="0">
            <a:noAutofit/>
          </a:bodyPr>
          <a:lstStyle>
            <a:lvl1pPr marL="0" indent="0" algn="l">
              <a:lnSpc>
                <a:spcPct val="100000"/>
              </a:lnSpc>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Escribe aquí el subtítulo de la presentación</a:t>
            </a:r>
          </a:p>
        </p:txBody>
      </p:sp>
      <p:cxnSp>
        <p:nvCxnSpPr>
          <p:cNvPr id="20" name="Straight Connector 1">
            <a:extLst>
              <a:ext uri="{FF2B5EF4-FFF2-40B4-BE49-F238E27FC236}">
                <a16:creationId xmlns:a16="http://schemas.microsoft.com/office/drawing/2014/main" id="{2614D5A6-CCD6-5B77-B55E-0710DBBE919E}"/>
              </a:ext>
            </a:extLst>
          </p:cNvPr>
          <p:cNvCxnSpPr>
            <a:cxnSpLocks/>
          </p:cNvCxnSpPr>
          <p:nvPr userDrawn="1"/>
        </p:nvCxnSpPr>
        <p:spPr>
          <a:xfrm flipH="1">
            <a:off x="0" y="6129030"/>
            <a:ext cx="4656138"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ítulo 1"/>
          <p:cNvSpPr>
            <a:spLocks noGrp="1"/>
          </p:cNvSpPr>
          <p:nvPr>
            <p:ph type="title" hasCustomPrompt="1"/>
          </p:nvPr>
        </p:nvSpPr>
        <p:spPr>
          <a:xfrm>
            <a:off x="336550" y="1719989"/>
            <a:ext cx="5039442" cy="1980022"/>
          </a:xfrm>
        </p:spPr>
        <p:txBody>
          <a:bodyPr/>
          <a:lstStyle>
            <a:lvl1pPr>
              <a:lnSpc>
                <a:spcPct val="85000"/>
              </a:lnSpc>
              <a:defRPr sz="4800"/>
            </a:lvl1pPr>
          </a:lstStyle>
          <a:p>
            <a:r>
              <a:rPr lang="es-ES" dirty="0"/>
              <a:t>Escribe aquí el título de la presentación</a:t>
            </a:r>
          </a:p>
        </p:txBody>
      </p:sp>
      <p:sp>
        <p:nvSpPr>
          <p:cNvPr id="5" name="Marcador de texto 4"/>
          <p:cNvSpPr>
            <a:spLocks noGrp="1"/>
          </p:cNvSpPr>
          <p:nvPr>
            <p:ph type="body" sz="quarter" idx="14" hasCustomPrompt="1"/>
          </p:nvPr>
        </p:nvSpPr>
        <p:spPr>
          <a:xfrm>
            <a:off x="336550" y="6200775"/>
            <a:ext cx="4319588" cy="320675"/>
          </a:xfrm>
          <a:prstGeom prst="rect">
            <a:avLst/>
          </a:prstGeom>
        </p:spPr>
        <p:txBody>
          <a:bodyPr wrap="square" lIns="0" tIns="0" rIns="0" bIns="0" anchor="b" anchorCtr="0">
            <a:noAutofit/>
          </a:bodyPr>
          <a:lstStyle>
            <a:lvl1pPr marL="0" indent="0">
              <a:lnSpc>
                <a:spcPct val="100000"/>
              </a:lnSpc>
              <a:spcBef>
                <a:spcPts val="0"/>
              </a:spcBef>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la fecha de la presentación</a:t>
            </a:r>
          </a:p>
        </p:txBody>
      </p:sp>
      <p:sp>
        <p:nvSpPr>
          <p:cNvPr id="11" name="Rectangle 2">
            <a:extLst>
              <a:ext uri="{FF2B5EF4-FFF2-40B4-BE49-F238E27FC236}">
                <a16:creationId xmlns:a16="http://schemas.microsoft.com/office/drawing/2014/main" id="{3883320C-893C-E852-65DA-C4DBC29EEBA0}"/>
              </a:ext>
            </a:extLst>
          </p:cNvPr>
          <p:cNvSpPr/>
          <p:nvPr userDrawn="1"/>
        </p:nvSpPr>
        <p:spPr>
          <a:xfrm>
            <a:off x="0" y="0"/>
            <a:ext cx="12192000" cy="88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grpSp>
        <p:nvGrpSpPr>
          <p:cNvPr id="1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a:solidFill>
            <a:schemeClr val="bg1"/>
          </a:solidFill>
        </p:grpSpPr>
        <p:sp>
          <p:nvSpPr>
            <p:cNvPr id="1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cxnSp>
        <p:nvCxnSpPr>
          <p:cNvPr id="21" name="Conector recto 20"/>
          <p:cNvCxnSpPr/>
          <p:nvPr userDrawn="1"/>
        </p:nvCxnSpPr>
        <p:spPr>
          <a:xfrm flipV="1">
            <a:off x="2495960" y="334963"/>
            <a:ext cx="0" cy="214005"/>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98962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ORTADA - V - Cerámica">
    <p:bg>
      <p:bgRef idx="1001">
        <a:schemeClr val="bg2"/>
      </p:bgRef>
    </p:bg>
    <p:spTree>
      <p:nvGrpSpPr>
        <p:cNvPr id="1" name=""/>
        <p:cNvGrpSpPr/>
        <p:nvPr/>
      </p:nvGrpSpPr>
      <p:grpSpPr>
        <a:xfrm>
          <a:off x="0" y="0"/>
          <a:ext cx="0" cy="0"/>
          <a:chOff x="0" y="0"/>
          <a:chExt cx="0" cy="0"/>
        </a:xfrm>
      </p:grpSpPr>
      <p:sp>
        <p:nvSpPr>
          <p:cNvPr id="3" name="Subtítulo 2"/>
          <p:cNvSpPr>
            <a:spLocks noGrp="1"/>
          </p:cNvSpPr>
          <p:nvPr>
            <p:ph type="subTitle" idx="1" hasCustomPrompt="1"/>
          </p:nvPr>
        </p:nvSpPr>
        <p:spPr>
          <a:xfrm>
            <a:off x="336550" y="4149007"/>
            <a:ext cx="5039442" cy="720757"/>
          </a:xfrm>
          <a:prstGeom prst="rect">
            <a:avLst/>
          </a:prstGeom>
        </p:spPr>
        <p:txBody>
          <a:bodyPr lIns="0" tIns="0" rIns="0" bIns="0">
            <a:noAutofit/>
          </a:bodyPr>
          <a:lstStyle>
            <a:lvl1pPr marL="0" indent="0" algn="l">
              <a:lnSpc>
                <a:spcPct val="100000"/>
              </a:lnSpc>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Escribe aquí el subtítulo de la presentación</a:t>
            </a:r>
          </a:p>
        </p:txBody>
      </p:sp>
      <p:cxnSp>
        <p:nvCxnSpPr>
          <p:cNvPr id="20" name="Straight Connector 1">
            <a:extLst>
              <a:ext uri="{FF2B5EF4-FFF2-40B4-BE49-F238E27FC236}">
                <a16:creationId xmlns:a16="http://schemas.microsoft.com/office/drawing/2014/main" id="{2614D5A6-CCD6-5B77-B55E-0710DBBE919E}"/>
              </a:ext>
            </a:extLst>
          </p:cNvPr>
          <p:cNvCxnSpPr>
            <a:cxnSpLocks/>
          </p:cNvCxnSpPr>
          <p:nvPr userDrawn="1"/>
        </p:nvCxnSpPr>
        <p:spPr>
          <a:xfrm flipH="1">
            <a:off x="0" y="6129030"/>
            <a:ext cx="4656138"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2"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a:solidFill>
            <a:schemeClr val="tx1"/>
          </a:solidFill>
        </p:grpSpPr>
        <p:sp>
          <p:nvSpPr>
            <p:cNvPr id="13"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4"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2" name="Título 1"/>
          <p:cNvSpPr>
            <a:spLocks noGrp="1"/>
          </p:cNvSpPr>
          <p:nvPr>
            <p:ph type="title" hasCustomPrompt="1"/>
          </p:nvPr>
        </p:nvSpPr>
        <p:spPr>
          <a:xfrm>
            <a:off x="336550" y="1718981"/>
            <a:ext cx="5039442" cy="1980022"/>
          </a:xfrm>
        </p:spPr>
        <p:txBody>
          <a:bodyPr/>
          <a:lstStyle>
            <a:lvl1pPr>
              <a:lnSpc>
                <a:spcPct val="85000"/>
              </a:lnSpc>
              <a:defRPr sz="4800"/>
            </a:lvl1pPr>
          </a:lstStyle>
          <a:p>
            <a:r>
              <a:rPr lang="es-ES" dirty="0"/>
              <a:t>Escribe aquí el título de la presentación</a:t>
            </a:r>
          </a:p>
        </p:txBody>
      </p:sp>
      <p:sp>
        <p:nvSpPr>
          <p:cNvPr id="5" name="Marcador de texto 4"/>
          <p:cNvSpPr>
            <a:spLocks noGrp="1"/>
          </p:cNvSpPr>
          <p:nvPr>
            <p:ph type="body" sz="quarter" idx="14" hasCustomPrompt="1"/>
          </p:nvPr>
        </p:nvSpPr>
        <p:spPr>
          <a:xfrm>
            <a:off x="336550" y="6200775"/>
            <a:ext cx="4319588" cy="320675"/>
          </a:xfrm>
          <a:prstGeom prst="rect">
            <a:avLst/>
          </a:prstGeom>
        </p:spPr>
        <p:txBody>
          <a:bodyPr wrap="square" lIns="0" tIns="0" rIns="0" bIns="0" anchor="b" anchorCtr="0">
            <a:noAutofit/>
          </a:bodyPr>
          <a:lstStyle>
            <a:lvl1pPr marL="0" indent="0">
              <a:lnSpc>
                <a:spcPct val="100000"/>
              </a:lnSpc>
              <a:spcBef>
                <a:spcPts val="0"/>
              </a:spcBef>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la fecha de la presentación</a:t>
            </a:r>
          </a:p>
        </p:txBody>
      </p:sp>
      <p:sp>
        <p:nvSpPr>
          <p:cNvPr id="22" name="Marcador de posición de imagen 21"/>
          <p:cNvSpPr>
            <a:spLocks noGrp="1"/>
          </p:cNvSpPr>
          <p:nvPr>
            <p:ph type="pic" sz="quarter" idx="15" hasCustomPrompt="1"/>
          </p:nvPr>
        </p:nvSpPr>
        <p:spPr>
          <a:xfrm>
            <a:off x="6096000" y="334963"/>
            <a:ext cx="5759450" cy="6188074"/>
          </a:xfrm>
          <a:custGeom>
            <a:avLst/>
            <a:gdLst>
              <a:gd name="connsiteX0" fmla="*/ 144000 w 5759450"/>
              <a:gd name="connsiteY0" fmla="*/ 0 h 6188074"/>
              <a:gd name="connsiteX1" fmla="*/ 5616009 w 5759450"/>
              <a:gd name="connsiteY1" fmla="*/ 0 h 6188074"/>
              <a:gd name="connsiteX2" fmla="*/ 5759450 w 5759450"/>
              <a:gd name="connsiteY2" fmla="*/ 143441 h 6188074"/>
              <a:gd name="connsiteX3" fmla="*/ 5759450 w 5759450"/>
              <a:gd name="connsiteY3" fmla="*/ 6044633 h 6188074"/>
              <a:gd name="connsiteX4" fmla="*/ 5616009 w 5759450"/>
              <a:gd name="connsiteY4" fmla="*/ 6188074 h 6188074"/>
              <a:gd name="connsiteX5" fmla="*/ 144000 w 5759450"/>
              <a:gd name="connsiteY5" fmla="*/ 6188074 h 6188074"/>
              <a:gd name="connsiteX6" fmla="*/ 0 w 5759450"/>
              <a:gd name="connsiteY6" fmla="*/ 6044074 h 6188074"/>
              <a:gd name="connsiteX7" fmla="*/ 0 w 5759450"/>
              <a:gd name="connsiteY7" fmla="*/ 144000 h 618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59450" h="6188074">
                <a:moveTo>
                  <a:pt x="144000" y="0"/>
                </a:moveTo>
                <a:lnTo>
                  <a:pt x="5616009" y="0"/>
                </a:lnTo>
                <a:lnTo>
                  <a:pt x="5759450" y="143441"/>
                </a:lnTo>
                <a:lnTo>
                  <a:pt x="5759450" y="6044633"/>
                </a:lnTo>
                <a:lnTo>
                  <a:pt x="5616009" y="6188074"/>
                </a:lnTo>
                <a:lnTo>
                  <a:pt x="144000" y="6188074"/>
                </a:lnTo>
                <a:lnTo>
                  <a:pt x="0" y="6044074"/>
                </a:lnTo>
                <a:lnTo>
                  <a:pt x="0" y="144000"/>
                </a:lnTo>
                <a:close/>
              </a:path>
            </a:pathLst>
          </a:custGeom>
        </p:spPr>
        <p:txBody>
          <a:bodyPr wrap="square" anchor="ctr">
            <a:noAutofit/>
          </a:bodyPr>
          <a:lstStyle>
            <a:lvl1pPr marL="0" indent="0" algn="ctr">
              <a:lnSpc>
                <a:spcPct val="100000"/>
              </a:lnSpc>
              <a:spcBef>
                <a:spcPts val="0"/>
              </a:spcBef>
              <a:buNone/>
              <a:defRPr sz="1400">
                <a:solidFill>
                  <a:schemeClr val="tx1"/>
                </a:solidFill>
              </a:defRPr>
            </a:lvl1pPr>
          </a:lstStyle>
          <a:p>
            <a:r>
              <a:rPr lang="es-ES" dirty="0"/>
              <a:t>Haga clic en el icono </a:t>
            </a:r>
            <a:br>
              <a:rPr lang="es-ES" dirty="0"/>
            </a:br>
            <a:r>
              <a:rPr lang="es-ES" dirty="0"/>
              <a:t>para agregar una imagen</a:t>
            </a:r>
          </a:p>
        </p:txBody>
      </p:sp>
    </p:spTree>
    <p:extLst>
      <p:ext uri="{BB962C8B-B14F-4D97-AF65-F5344CB8AC3E}">
        <p14:creationId xmlns:p14="http://schemas.microsoft.com/office/powerpoint/2010/main" val="32293429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ORTADA - H - Cerámica">
    <p:bg>
      <p:bgRef idx="1001">
        <a:schemeClr val="bg2"/>
      </p:bgRef>
    </p:bg>
    <p:spTree>
      <p:nvGrpSpPr>
        <p:cNvPr id="1" name=""/>
        <p:cNvGrpSpPr/>
        <p:nvPr/>
      </p:nvGrpSpPr>
      <p:grpSpPr>
        <a:xfrm>
          <a:off x="0" y="0"/>
          <a:ext cx="0" cy="0"/>
          <a:chOff x="0" y="0"/>
          <a:chExt cx="0" cy="0"/>
        </a:xfrm>
      </p:grpSpPr>
      <p:sp>
        <p:nvSpPr>
          <p:cNvPr id="3" name="Subtítulo 2"/>
          <p:cNvSpPr>
            <a:spLocks noGrp="1"/>
          </p:cNvSpPr>
          <p:nvPr>
            <p:ph type="subTitle" idx="1" hasCustomPrompt="1"/>
          </p:nvPr>
        </p:nvSpPr>
        <p:spPr>
          <a:xfrm>
            <a:off x="336550" y="2708993"/>
            <a:ext cx="8639482" cy="360003"/>
          </a:xfrm>
          <a:prstGeom prst="rect">
            <a:avLst/>
          </a:prstGeom>
        </p:spPr>
        <p:txBody>
          <a:bodyPr lIns="0" tIns="0" rIns="0" bIns="0">
            <a:noAutofit/>
          </a:bodyPr>
          <a:lstStyle>
            <a:lvl1pPr marL="0" indent="0" algn="l">
              <a:lnSpc>
                <a:spcPct val="100000"/>
              </a:lnSpc>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Escribe aquí el subtítulo de la presentación</a:t>
            </a:r>
          </a:p>
        </p:txBody>
      </p:sp>
      <p:cxnSp>
        <p:nvCxnSpPr>
          <p:cNvPr id="20" name="Straight Connector 1">
            <a:extLst>
              <a:ext uri="{FF2B5EF4-FFF2-40B4-BE49-F238E27FC236}">
                <a16:creationId xmlns:a16="http://schemas.microsoft.com/office/drawing/2014/main" id="{2614D5A6-CCD6-5B77-B55E-0710DBBE919E}"/>
              </a:ext>
            </a:extLst>
          </p:cNvPr>
          <p:cNvCxnSpPr>
            <a:cxnSpLocks/>
          </p:cNvCxnSpPr>
          <p:nvPr userDrawn="1"/>
        </p:nvCxnSpPr>
        <p:spPr>
          <a:xfrm rot="5400000" flipH="1">
            <a:off x="7935637" y="1490400"/>
            <a:ext cx="298080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2"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a:solidFill>
            <a:schemeClr val="tx1"/>
          </a:solidFill>
        </p:grpSpPr>
        <p:sp>
          <p:nvSpPr>
            <p:cNvPr id="13"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4"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2" name="Título 1"/>
          <p:cNvSpPr>
            <a:spLocks noGrp="1"/>
          </p:cNvSpPr>
          <p:nvPr>
            <p:ph type="title" hasCustomPrompt="1"/>
          </p:nvPr>
        </p:nvSpPr>
        <p:spPr>
          <a:xfrm>
            <a:off x="336550" y="1268976"/>
            <a:ext cx="8639482" cy="1350015"/>
          </a:xfrm>
        </p:spPr>
        <p:txBody>
          <a:bodyPr/>
          <a:lstStyle>
            <a:lvl1pPr>
              <a:lnSpc>
                <a:spcPct val="85000"/>
              </a:lnSpc>
              <a:defRPr sz="4800"/>
            </a:lvl1pPr>
          </a:lstStyle>
          <a:p>
            <a:r>
              <a:rPr lang="es-ES" dirty="0"/>
              <a:t>Escribe aquí el título de la presentación</a:t>
            </a:r>
          </a:p>
        </p:txBody>
      </p:sp>
      <p:sp>
        <p:nvSpPr>
          <p:cNvPr id="5" name="Marcador de texto 4"/>
          <p:cNvSpPr>
            <a:spLocks noGrp="1"/>
          </p:cNvSpPr>
          <p:nvPr>
            <p:ph type="body" sz="quarter" idx="14" hasCustomPrompt="1"/>
          </p:nvPr>
        </p:nvSpPr>
        <p:spPr>
          <a:xfrm>
            <a:off x="9606038" y="2660125"/>
            <a:ext cx="2249412" cy="320675"/>
          </a:xfrm>
          <a:prstGeom prst="rect">
            <a:avLst/>
          </a:prstGeom>
        </p:spPr>
        <p:txBody>
          <a:bodyPr wrap="square" lIns="0" tIns="0" rIns="0" bIns="0" anchor="b" anchorCtr="0">
            <a:noAutofit/>
          </a:bodyPr>
          <a:lstStyle>
            <a:lvl1pPr marL="0" indent="0">
              <a:lnSpc>
                <a:spcPct val="100000"/>
              </a:lnSpc>
              <a:spcBef>
                <a:spcPts val="0"/>
              </a:spcBef>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s-ES" dirty="0"/>
              <a:t>Fecha de la presentación</a:t>
            </a:r>
          </a:p>
        </p:txBody>
      </p:sp>
      <p:sp>
        <p:nvSpPr>
          <p:cNvPr id="49" name="Marcador de posición de imagen 48"/>
          <p:cNvSpPr>
            <a:spLocks noGrp="1"/>
          </p:cNvSpPr>
          <p:nvPr>
            <p:ph type="pic" sz="quarter" idx="15" hasCustomPrompt="1"/>
          </p:nvPr>
        </p:nvSpPr>
        <p:spPr>
          <a:xfrm>
            <a:off x="336554" y="3429001"/>
            <a:ext cx="11518897" cy="3094037"/>
          </a:xfrm>
          <a:custGeom>
            <a:avLst/>
            <a:gdLst>
              <a:gd name="connsiteX0" fmla="*/ 144000 w 11518897"/>
              <a:gd name="connsiteY0" fmla="*/ 0 h 3094037"/>
              <a:gd name="connsiteX1" fmla="*/ 11376018 w 11518897"/>
              <a:gd name="connsiteY1" fmla="*/ 0 h 3094037"/>
              <a:gd name="connsiteX2" fmla="*/ 11518897 w 11518897"/>
              <a:gd name="connsiteY2" fmla="*/ 142879 h 3094037"/>
              <a:gd name="connsiteX3" fmla="*/ 11518897 w 11518897"/>
              <a:gd name="connsiteY3" fmla="*/ 2951158 h 3094037"/>
              <a:gd name="connsiteX4" fmla="*/ 11376018 w 11518897"/>
              <a:gd name="connsiteY4" fmla="*/ 3094037 h 3094037"/>
              <a:gd name="connsiteX5" fmla="*/ 144000 w 11518897"/>
              <a:gd name="connsiteY5" fmla="*/ 3094037 h 3094037"/>
              <a:gd name="connsiteX6" fmla="*/ 0 w 11518897"/>
              <a:gd name="connsiteY6" fmla="*/ 2950037 h 3094037"/>
              <a:gd name="connsiteX7" fmla="*/ 0 w 11518897"/>
              <a:gd name="connsiteY7" fmla="*/ 144000 h 3094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18897" h="3094037">
                <a:moveTo>
                  <a:pt x="144000" y="0"/>
                </a:moveTo>
                <a:lnTo>
                  <a:pt x="11376018" y="0"/>
                </a:lnTo>
                <a:lnTo>
                  <a:pt x="11518897" y="142879"/>
                </a:lnTo>
                <a:lnTo>
                  <a:pt x="11518897" y="2951158"/>
                </a:lnTo>
                <a:lnTo>
                  <a:pt x="11376018" y="3094037"/>
                </a:lnTo>
                <a:lnTo>
                  <a:pt x="144000" y="3094037"/>
                </a:lnTo>
                <a:lnTo>
                  <a:pt x="0" y="2950037"/>
                </a:lnTo>
                <a:lnTo>
                  <a:pt x="0" y="144000"/>
                </a:lnTo>
                <a:close/>
              </a:path>
            </a:pathLst>
          </a:custGeom>
          <a:ln>
            <a:noFill/>
          </a:ln>
        </p:spPr>
        <p:txBody>
          <a:bodyPr wrap="square" anchor="ctr">
            <a:noAutofit/>
          </a:bodyPr>
          <a:lstStyle>
            <a:lvl1pPr marL="0" indent="0" algn="ctr">
              <a:lnSpc>
                <a:spcPct val="100000"/>
              </a:lnSpc>
              <a:spcBef>
                <a:spcPts val="0"/>
              </a:spcBef>
              <a:buNone/>
              <a:defRPr sz="1400"/>
            </a:lvl1pPr>
          </a:lstStyle>
          <a:p>
            <a:r>
              <a:rPr lang="es-ES" dirty="0"/>
              <a:t>Haga clic en el icono </a:t>
            </a:r>
            <a:br>
              <a:rPr lang="es-ES" dirty="0"/>
            </a:br>
            <a:r>
              <a:rPr lang="es-ES" dirty="0"/>
              <a:t>para agregar una imagen</a:t>
            </a:r>
          </a:p>
        </p:txBody>
      </p:sp>
    </p:spTree>
    <p:extLst>
      <p:ext uri="{BB962C8B-B14F-4D97-AF65-F5344CB8AC3E}">
        <p14:creationId xmlns:p14="http://schemas.microsoft.com/office/powerpoint/2010/main" val="5787521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ORTADA - FULL - Image POS">
    <p:bg>
      <p:bgRef idx="1001">
        <a:schemeClr val="bg2"/>
      </p:bgRef>
    </p:bg>
    <p:spTree>
      <p:nvGrpSpPr>
        <p:cNvPr id="1" name=""/>
        <p:cNvGrpSpPr/>
        <p:nvPr/>
      </p:nvGrpSpPr>
      <p:grpSpPr>
        <a:xfrm>
          <a:off x="0" y="0"/>
          <a:ext cx="0" cy="0"/>
          <a:chOff x="0" y="0"/>
          <a:chExt cx="0" cy="0"/>
        </a:xfrm>
      </p:grpSpPr>
      <p:sp>
        <p:nvSpPr>
          <p:cNvPr id="6" name="Marcador de posición de imagen 5"/>
          <p:cNvSpPr>
            <a:spLocks noGrp="1"/>
          </p:cNvSpPr>
          <p:nvPr>
            <p:ph type="pic" sz="quarter" idx="15" hasCustomPrompt="1"/>
          </p:nvPr>
        </p:nvSpPr>
        <p:spPr>
          <a:xfrm>
            <a:off x="0" y="0"/>
            <a:ext cx="12192000" cy="6858000"/>
          </a:xfrm>
          <a:prstGeom prst="rect">
            <a:avLst/>
          </a:prstGeom>
        </p:spPr>
        <p:txBody>
          <a:bodyPr anchor="ctr">
            <a:normAutofit/>
          </a:bodyPr>
          <a:lstStyle>
            <a:lvl1pPr marL="0" indent="0" algn="ctr">
              <a:lnSpc>
                <a:spcPct val="100000"/>
              </a:lnSpc>
              <a:spcBef>
                <a:spcPts val="0"/>
              </a:spcBef>
              <a:buNone/>
              <a:defRPr sz="1400"/>
            </a:lvl1pPr>
          </a:lstStyle>
          <a:p>
            <a:r>
              <a:rPr lang="es-ES" dirty="0"/>
              <a:t>Haga clic en el icono </a:t>
            </a:r>
            <a:br>
              <a:rPr lang="es-ES" dirty="0"/>
            </a:br>
            <a:r>
              <a:rPr lang="es-ES" dirty="0"/>
              <a:t>para agregar una imagen</a:t>
            </a:r>
          </a:p>
        </p:txBody>
      </p:sp>
      <p:sp>
        <p:nvSpPr>
          <p:cNvPr id="3" name="Subtítulo 2"/>
          <p:cNvSpPr>
            <a:spLocks noGrp="1"/>
          </p:cNvSpPr>
          <p:nvPr>
            <p:ph type="subTitle" idx="1" hasCustomPrompt="1"/>
          </p:nvPr>
        </p:nvSpPr>
        <p:spPr>
          <a:xfrm>
            <a:off x="336550" y="4149007"/>
            <a:ext cx="5039442" cy="722773"/>
          </a:xfrm>
          <a:prstGeom prst="rect">
            <a:avLst/>
          </a:prstGeom>
        </p:spPr>
        <p:txBody>
          <a:bodyPr lIns="0" tIns="0" rIns="0" bIns="0">
            <a:noAutofit/>
          </a:bodyPr>
          <a:lstStyle>
            <a:lvl1pPr marL="0" indent="0" algn="l">
              <a:lnSpc>
                <a:spcPct val="100000"/>
              </a:lnSpc>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Escribe aquí el subtítulo de la presentación</a:t>
            </a:r>
          </a:p>
        </p:txBody>
      </p:sp>
      <p:cxnSp>
        <p:nvCxnSpPr>
          <p:cNvPr id="20" name="Straight Connector 1">
            <a:extLst>
              <a:ext uri="{FF2B5EF4-FFF2-40B4-BE49-F238E27FC236}">
                <a16:creationId xmlns:a16="http://schemas.microsoft.com/office/drawing/2014/main" id="{2614D5A6-CCD6-5B77-B55E-0710DBBE919E}"/>
              </a:ext>
            </a:extLst>
          </p:cNvPr>
          <p:cNvCxnSpPr>
            <a:cxnSpLocks/>
          </p:cNvCxnSpPr>
          <p:nvPr userDrawn="1"/>
        </p:nvCxnSpPr>
        <p:spPr>
          <a:xfrm flipH="1">
            <a:off x="0" y="6129030"/>
            <a:ext cx="4656138"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2"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a:solidFill>
            <a:schemeClr val="tx1"/>
          </a:solidFill>
        </p:grpSpPr>
        <p:sp>
          <p:nvSpPr>
            <p:cNvPr id="13"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4"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2" name="Título 1"/>
          <p:cNvSpPr>
            <a:spLocks noGrp="1"/>
          </p:cNvSpPr>
          <p:nvPr>
            <p:ph type="title" hasCustomPrompt="1"/>
          </p:nvPr>
        </p:nvSpPr>
        <p:spPr>
          <a:xfrm>
            <a:off x="336550" y="1719989"/>
            <a:ext cx="5039442" cy="1980022"/>
          </a:xfrm>
        </p:spPr>
        <p:txBody>
          <a:bodyPr/>
          <a:lstStyle>
            <a:lvl1pPr>
              <a:lnSpc>
                <a:spcPct val="85000"/>
              </a:lnSpc>
              <a:defRPr sz="4800"/>
            </a:lvl1pPr>
          </a:lstStyle>
          <a:p>
            <a:r>
              <a:rPr lang="es-ES" dirty="0"/>
              <a:t>Escribe aquí el título de la presentación</a:t>
            </a:r>
          </a:p>
        </p:txBody>
      </p:sp>
      <p:sp>
        <p:nvSpPr>
          <p:cNvPr id="5" name="Marcador de texto 4"/>
          <p:cNvSpPr>
            <a:spLocks noGrp="1"/>
          </p:cNvSpPr>
          <p:nvPr>
            <p:ph type="body" sz="quarter" idx="14" hasCustomPrompt="1"/>
          </p:nvPr>
        </p:nvSpPr>
        <p:spPr>
          <a:xfrm>
            <a:off x="336550" y="6200775"/>
            <a:ext cx="4319588" cy="320675"/>
          </a:xfrm>
          <a:prstGeom prst="rect">
            <a:avLst/>
          </a:prstGeom>
        </p:spPr>
        <p:txBody>
          <a:bodyPr wrap="square" lIns="0" tIns="0" rIns="0" bIns="0" anchor="b" anchorCtr="0">
            <a:noAutofit/>
          </a:bodyPr>
          <a:lstStyle>
            <a:lvl1pPr marL="0" indent="0">
              <a:lnSpc>
                <a:spcPct val="100000"/>
              </a:lnSpc>
              <a:spcBef>
                <a:spcPts val="0"/>
              </a:spcBef>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la fecha de la presentación</a:t>
            </a:r>
          </a:p>
        </p:txBody>
      </p:sp>
    </p:spTree>
    <p:extLst>
      <p:ext uri="{BB962C8B-B14F-4D97-AF65-F5344CB8AC3E}">
        <p14:creationId xmlns:p14="http://schemas.microsoft.com/office/powerpoint/2010/main" val="1687495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ÍNDICE - Corto">
    <p:bg>
      <p:bgRef idx="1001">
        <a:schemeClr val="bg2"/>
      </p:bgRef>
    </p:bg>
    <p:spTree>
      <p:nvGrpSpPr>
        <p:cNvPr id="1" name=""/>
        <p:cNvGrpSpPr/>
        <p:nvPr/>
      </p:nvGrpSpPr>
      <p:grpSpPr>
        <a:xfrm>
          <a:off x="0" y="0"/>
          <a:ext cx="0" cy="0"/>
          <a:chOff x="0" y="0"/>
          <a:chExt cx="0" cy="0"/>
        </a:xfrm>
      </p:grpSpPr>
      <p:grpSp>
        <p:nvGrpSpPr>
          <p:cNvPr id="10"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p:grpSpPr>
        <p:sp>
          <p:nvSpPr>
            <p:cNvPr id="11"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2"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3"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grpSp>
        <p:nvGrpSpPr>
          <p:cNvPr id="2" name="Grupo 1"/>
          <p:cNvGrpSpPr/>
          <p:nvPr userDrawn="1"/>
        </p:nvGrpSpPr>
        <p:grpSpPr>
          <a:xfrm>
            <a:off x="2200132" y="1268976"/>
            <a:ext cx="7792835" cy="5589024"/>
            <a:chOff x="2200132" y="1141751"/>
            <a:chExt cx="7792835" cy="5716249"/>
          </a:xfrm>
        </p:grpSpPr>
        <p:cxnSp>
          <p:nvCxnSpPr>
            <p:cNvPr id="14" name="Straight Connector 8">
              <a:extLst>
                <a:ext uri="{FF2B5EF4-FFF2-40B4-BE49-F238E27FC236}">
                  <a16:creationId xmlns:a16="http://schemas.microsoft.com/office/drawing/2014/main" id="{B6A8FCB8-2780-6C99-E9FA-647662FFE9E1}"/>
                </a:ext>
              </a:extLst>
            </p:cNvPr>
            <p:cNvCxnSpPr>
              <a:cxnSpLocks/>
            </p:cNvCxnSpPr>
            <p:nvPr userDrawn="1"/>
          </p:nvCxnSpPr>
          <p:spPr>
            <a:xfrm flipV="1">
              <a:off x="2200132" y="1141751"/>
              <a:ext cx="0" cy="5716249"/>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5" name="Straight Connector 9">
              <a:extLst>
                <a:ext uri="{FF2B5EF4-FFF2-40B4-BE49-F238E27FC236}">
                  <a16:creationId xmlns:a16="http://schemas.microsoft.com/office/drawing/2014/main" id="{16BC131E-F13E-4A4E-2CB8-E110B0003A30}"/>
                </a:ext>
              </a:extLst>
            </p:cNvPr>
            <p:cNvCxnSpPr>
              <a:cxnSpLocks/>
            </p:cNvCxnSpPr>
            <p:nvPr userDrawn="1"/>
          </p:nvCxnSpPr>
          <p:spPr>
            <a:xfrm flipV="1">
              <a:off x="4148341" y="1141751"/>
              <a:ext cx="0" cy="5716249"/>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6" name="Straight Connector 10">
              <a:extLst>
                <a:ext uri="{FF2B5EF4-FFF2-40B4-BE49-F238E27FC236}">
                  <a16:creationId xmlns:a16="http://schemas.microsoft.com/office/drawing/2014/main" id="{AC5A2131-0258-D95F-F5B8-19FDBACC3252}"/>
                </a:ext>
              </a:extLst>
            </p:cNvPr>
            <p:cNvCxnSpPr>
              <a:cxnSpLocks/>
            </p:cNvCxnSpPr>
            <p:nvPr userDrawn="1"/>
          </p:nvCxnSpPr>
          <p:spPr>
            <a:xfrm flipV="1">
              <a:off x="6096550" y="1141751"/>
              <a:ext cx="0" cy="5716249"/>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7" name="Straight Connector 11">
              <a:extLst>
                <a:ext uri="{FF2B5EF4-FFF2-40B4-BE49-F238E27FC236}">
                  <a16:creationId xmlns:a16="http://schemas.microsoft.com/office/drawing/2014/main" id="{7BD79059-6F36-BFA3-7DDC-C0893AD3334F}"/>
                </a:ext>
              </a:extLst>
            </p:cNvPr>
            <p:cNvCxnSpPr>
              <a:cxnSpLocks/>
            </p:cNvCxnSpPr>
            <p:nvPr userDrawn="1"/>
          </p:nvCxnSpPr>
          <p:spPr>
            <a:xfrm flipV="1">
              <a:off x="8044758" y="1141751"/>
              <a:ext cx="0" cy="5716249"/>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8" name="Straight Connector 12">
              <a:extLst>
                <a:ext uri="{FF2B5EF4-FFF2-40B4-BE49-F238E27FC236}">
                  <a16:creationId xmlns:a16="http://schemas.microsoft.com/office/drawing/2014/main" id="{413A3459-4321-35B0-994B-CBD8A883F36F}"/>
                </a:ext>
              </a:extLst>
            </p:cNvPr>
            <p:cNvCxnSpPr>
              <a:cxnSpLocks/>
            </p:cNvCxnSpPr>
            <p:nvPr userDrawn="1"/>
          </p:nvCxnSpPr>
          <p:spPr>
            <a:xfrm flipV="1">
              <a:off x="9992967" y="1141751"/>
              <a:ext cx="0" cy="5716249"/>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19" name="Text Placeholder 15">
            <a:extLst>
              <a:ext uri="{FF2B5EF4-FFF2-40B4-BE49-F238E27FC236}">
                <a16:creationId xmlns:a16="http://schemas.microsoft.com/office/drawing/2014/main" id="{926D6439-8725-39F1-4A28-9C2366C65306}"/>
              </a:ext>
            </a:extLst>
          </p:cNvPr>
          <p:cNvSpPr>
            <a:spLocks noGrp="1"/>
          </p:cNvSpPr>
          <p:nvPr>
            <p:ph type="body" sz="quarter" idx="11" hasCustomPrompt="1"/>
          </p:nvPr>
        </p:nvSpPr>
        <p:spPr>
          <a:xfrm>
            <a:off x="336550" y="1167009"/>
            <a:ext cx="1778951" cy="1402430"/>
          </a:xfrm>
          <a:prstGeom prst="rect">
            <a:avLst/>
          </a:prstGeom>
        </p:spPr>
        <p:txBody>
          <a:bodyPr lIns="0" tIns="0" rIns="0" bIns="0">
            <a:noAutofit/>
          </a:bodyPr>
          <a:lstStyle>
            <a:lvl1pPr marL="0" indent="0">
              <a:buFontTx/>
              <a:buNone/>
              <a:defRPr sz="10600" spc="-4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01</a:t>
            </a:r>
          </a:p>
        </p:txBody>
      </p:sp>
      <p:sp>
        <p:nvSpPr>
          <p:cNvPr id="20" name="Text Placeholder 15">
            <a:extLst>
              <a:ext uri="{FF2B5EF4-FFF2-40B4-BE49-F238E27FC236}">
                <a16:creationId xmlns:a16="http://schemas.microsoft.com/office/drawing/2014/main" id="{3DB7A62E-2BCA-D963-A460-1783D452223F}"/>
              </a:ext>
            </a:extLst>
          </p:cNvPr>
          <p:cNvSpPr>
            <a:spLocks noGrp="1"/>
          </p:cNvSpPr>
          <p:nvPr>
            <p:ph type="body" sz="quarter" idx="12" hasCustomPrompt="1"/>
          </p:nvPr>
        </p:nvSpPr>
        <p:spPr>
          <a:xfrm>
            <a:off x="2284755" y="3391225"/>
            <a:ext cx="1778955" cy="1463269"/>
          </a:xfrm>
          <a:prstGeom prst="rect">
            <a:avLst/>
          </a:prstGeom>
        </p:spPr>
        <p:txBody>
          <a:bodyPr lIns="0" tIns="0" rIns="0" bIns="0">
            <a:noAutofit/>
          </a:bodyPr>
          <a:lstStyle>
            <a:lvl1pPr marL="0" indent="0">
              <a:buFontTx/>
              <a:buNone/>
              <a:defRPr sz="10600" spc="-4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02</a:t>
            </a:r>
          </a:p>
        </p:txBody>
      </p:sp>
      <p:sp>
        <p:nvSpPr>
          <p:cNvPr id="21" name="Text Placeholder 15">
            <a:extLst>
              <a:ext uri="{FF2B5EF4-FFF2-40B4-BE49-F238E27FC236}">
                <a16:creationId xmlns:a16="http://schemas.microsoft.com/office/drawing/2014/main" id="{A238FCE0-4BCC-E0F8-5E51-41C6FDE6D036}"/>
              </a:ext>
            </a:extLst>
          </p:cNvPr>
          <p:cNvSpPr>
            <a:spLocks noGrp="1"/>
          </p:cNvSpPr>
          <p:nvPr>
            <p:ph type="body" sz="quarter" idx="13" hasCustomPrompt="1"/>
          </p:nvPr>
        </p:nvSpPr>
        <p:spPr>
          <a:xfrm>
            <a:off x="4232963" y="1167010"/>
            <a:ext cx="1778959" cy="1402430"/>
          </a:xfrm>
          <a:prstGeom prst="rect">
            <a:avLst/>
          </a:prstGeom>
        </p:spPr>
        <p:txBody>
          <a:bodyPr lIns="0" tIns="0" rIns="0" bIns="0">
            <a:noAutofit/>
          </a:bodyPr>
          <a:lstStyle>
            <a:lvl1pPr marL="0" indent="0">
              <a:buFontTx/>
              <a:buNone/>
              <a:defRPr sz="10600" spc="-4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03</a:t>
            </a:r>
          </a:p>
        </p:txBody>
      </p:sp>
      <p:sp>
        <p:nvSpPr>
          <p:cNvPr id="22" name="Text Placeholder 15">
            <a:extLst>
              <a:ext uri="{FF2B5EF4-FFF2-40B4-BE49-F238E27FC236}">
                <a16:creationId xmlns:a16="http://schemas.microsoft.com/office/drawing/2014/main" id="{2F639E73-924B-CDEB-8510-64566A67CB0A}"/>
              </a:ext>
            </a:extLst>
          </p:cNvPr>
          <p:cNvSpPr>
            <a:spLocks noGrp="1"/>
          </p:cNvSpPr>
          <p:nvPr>
            <p:ph type="body" sz="quarter" idx="14" hasCustomPrompt="1"/>
          </p:nvPr>
        </p:nvSpPr>
        <p:spPr>
          <a:xfrm>
            <a:off x="6181173" y="3391225"/>
            <a:ext cx="1778957" cy="1463269"/>
          </a:xfrm>
          <a:prstGeom prst="rect">
            <a:avLst/>
          </a:prstGeom>
        </p:spPr>
        <p:txBody>
          <a:bodyPr lIns="0" tIns="0" rIns="0" bIns="0">
            <a:noAutofit/>
          </a:bodyPr>
          <a:lstStyle>
            <a:lvl1pPr marL="0" indent="0">
              <a:buFontTx/>
              <a:buNone/>
              <a:defRPr sz="10600" spc="-4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04</a:t>
            </a:r>
          </a:p>
        </p:txBody>
      </p:sp>
      <p:sp>
        <p:nvSpPr>
          <p:cNvPr id="23" name="Text Placeholder 15">
            <a:extLst>
              <a:ext uri="{FF2B5EF4-FFF2-40B4-BE49-F238E27FC236}">
                <a16:creationId xmlns:a16="http://schemas.microsoft.com/office/drawing/2014/main" id="{DECA4C82-8B07-D070-CE1B-E96A1D67423C}"/>
              </a:ext>
            </a:extLst>
          </p:cNvPr>
          <p:cNvSpPr>
            <a:spLocks noGrp="1"/>
          </p:cNvSpPr>
          <p:nvPr>
            <p:ph type="body" sz="quarter" idx="15" hasCustomPrompt="1"/>
          </p:nvPr>
        </p:nvSpPr>
        <p:spPr>
          <a:xfrm>
            <a:off x="8129381" y="1158772"/>
            <a:ext cx="1778959" cy="1402430"/>
          </a:xfrm>
          <a:prstGeom prst="rect">
            <a:avLst/>
          </a:prstGeom>
        </p:spPr>
        <p:txBody>
          <a:bodyPr lIns="0" tIns="0" rIns="0" bIns="0">
            <a:noAutofit/>
          </a:bodyPr>
          <a:lstStyle>
            <a:lvl1pPr marL="0" indent="0">
              <a:buFontTx/>
              <a:buNone/>
              <a:defRPr sz="10600" spc="-4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05</a:t>
            </a:r>
          </a:p>
        </p:txBody>
      </p:sp>
      <p:sp>
        <p:nvSpPr>
          <p:cNvPr id="24" name="Text Placeholder 15">
            <a:extLst>
              <a:ext uri="{FF2B5EF4-FFF2-40B4-BE49-F238E27FC236}">
                <a16:creationId xmlns:a16="http://schemas.microsoft.com/office/drawing/2014/main" id="{5BA8B66C-5412-698B-F516-A44B62FBE65A}"/>
              </a:ext>
            </a:extLst>
          </p:cNvPr>
          <p:cNvSpPr>
            <a:spLocks noGrp="1"/>
          </p:cNvSpPr>
          <p:nvPr>
            <p:ph type="body" sz="quarter" idx="16" hasCustomPrompt="1"/>
          </p:nvPr>
        </p:nvSpPr>
        <p:spPr>
          <a:xfrm>
            <a:off x="10077592" y="3391225"/>
            <a:ext cx="1778957" cy="1463269"/>
          </a:xfrm>
          <a:prstGeom prst="rect">
            <a:avLst/>
          </a:prstGeom>
        </p:spPr>
        <p:txBody>
          <a:bodyPr lIns="0" tIns="0" rIns="0" bIns="0">
            <a:noAutofit/>
          </a:bodyPr>
          <a:lstStyle>
            <a:lvl1pPr marL="0" indent="0">
              <a:buFontTx/>
              <a:buNone/>
              <a:defRPr sz="10600" spc="-4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06</a:t>
            </a:r>
          </a:p>
        </p:txBody>
      </p:sp>
      <p:sp>
        <p:nvSpPr>
          <p:cNvPr id="25" name="Text Placeholder 29">
            <a:extLst>
              <a:ext uri="{FF2B5EF4-FFF2-40B4-BE49-F238E27FC236}">
                <a16:creationId xmlns:a16="http://schemas.microsoft.com/office/drawing/2014/main" id="{E37D9BF6-ADF8-B12D-DABC-084AA557DD83}"/>
              </a:ext>
            </a:extLst>
          </p:cNvPr>
          <p:cNvSpPr>
            <a:spLocks noGrp="1"/>
          </p:cNvSpPr>
          <p:nvPr>
            <p:ph type="body" sz="quarter" idx="17" hasCustomPrompt="1"/>
          </p:nvPr>
        </p:nvSpPr>
        <p:spPr>
          <a:xfrm>
            <a:off x="336547" y="2585149"/>
            <a:ext cx="1778954" cy="893762"/>
          </a:xfrm>
          <a:prstGeom prst="rect">
            <a:avLst/>
          </a:prstGeom>
        </p:spPr>
        <p:txBody>
          <a:bodyPr lIns="0" tIns="0" rIns="0" bIns="0">
            <a:noAutofit/>
          </a:bodyPr>
          <a:lstStyle>
            <a:lvl1pPr marL="0" indent="0">
              <a:lnSpc>
                <a:spcPct val="100000"/>
              </a:lnSpc>
              <a:spcBef>
                <a:spcPts val="600"/>
              </a:spcBef>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26" name="Text Placeholder 29">
            <a:extLst>
              <a:ext uri="{FF2B5EF4-FFF2-40B4-BE49-F238E27FC236}">
                <a16:creationId xmlns:a16="http://schemas.microsoft.com/office/drawing/2014/main" id="{E79B31AE-879A-F3D3-0223-72DE2A0026DC}"/>
              </a:ext>
            </a:extLst>
          </p:cNvPr>
          <p:cNvSpPr>
            <a:spLocks noGrp="1"/>
          </p:cNvSpPr>
          <p:nvPr>
            <p:ph type="body" sz="quarter" idx="18" hasCustomPrompt="1"/>
          </p:nvPr>
        </p:nvSpPr>
        <p:spPr>
          <a:xfrm>
            <a:off x="4232964" y="2585149"/>
            <a:ext cx="1778958" cy="893762"/>
          </a:xfrm>
          <a:prstGeom prst="rect">
            <a:avLst/>
          </a:prstGeom>
        </p:spPr>
        <p:txBody>
          <a:bodyPr lIns="0" tIns="0" rIns="0" bIns="0">
            <a:noAutofit/>
          </a:bodyPr>
          <a:lstStyle>
            <a:lvl1pPr marL="0" indent="0">
              <a:lnSpc>
                <a:spcPct val="100000"/>
              </a:lnSpc>
              <a:spcBef>
                <a:spcPts val="600"/>
              </a:spcBef>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27" name="Text Placeholder 29">
            <a:extLst>
              <a:ext uri="{FF2B5EF4-FFF2-40B4-BE49-F238E27FC236}">
                <a16:creationId xmlns:a16="http://schemas.microsoft.com/office/drawing/2014/main" id="{1C07E858-A18A-B5A1-F4FC-ED46EDA79499}"/>
              </a:ext>
            </a:extLst>
          </p:cNvPr>
          <p:cNvSpPr>
            <a:spLocks noGrp="1"/>
          </p:cNvSpPr>
          <p:nvPr>
            <p:ph type="body" sz="quarter" idx="19" hasCustomPrompt="1"/>
          </p:nvPr>
        </p:nvSpPr>
        <p:spPr>
          <a:xfrm>
            <a:off x="2284758" y="4870204"/>
            <a:ext cx="1778953" cy="893762"/>
          </a:xfrm>
          <a:prstGeom prst="rect">
            <a:avLst/>
          </a:prstGeom>
        </p:spPr>
        <p:txBody>
          <a:bodyPr lIns="0" tIns="0" rIns="0" bIns="0">
            <a:noAutofit/>
          </a:bodyPr>
          <a:lstStyle>
            <a:lvl1pPr marL="0" indent="0">
              <a:lnSpc>
                <a:spcPct val="100000"/>
              </a:lnSpc>
              <a:spcBef>
                <a:spcPts val="600"/>
              </a:spcBef>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28" name="Text Placeholder 29">
            <a:extLst>
              <a:ext uri="{FF2B5EF4-FFF2-40B4-BE49-F238E27FC236}">
                <a16:creationId xmlns:a16="http://schemas.microsoft.com/office/drawing/2014/main" id="{341CAE29-FF6A-BA8E-FA2D-95B59457FABF}"/>
              </a:ext>
            </a:extLst>
          </p:cNvPr>
          <p:cNvSpPr>
            <a:spLocks noGrp="1"/>
          </p:cNvSpPr>
          <p:nvPr>
            <p:ph type="body" sz="quarter" idx="20" hasCustomPrompt="1"/>
          </p:nvPr>
        </p:nvSpPr>
        <p:spPr>
          <a:xfrm>
            <a:off x="6181172" y="4870204"/>
            <a:ext cx="1778957" cy="893762"/>
          </a:xfrm>
          <a:prstGeom prst="rect">
            <a:avLst/>
          </a:prstGeom>
        </p:spPr>
        <p:txBody>
          <a:bodyPr lIns="0" tIns="0" rIns="0" bIns="0">
            <a:noAutofit/>
          </a:bodyPr>
          <a:lstStyle>
            <a:lvl1pPr marL="0" indent="0">
              <a:lnSpc>
                <a:spcPct val="100000"/>
              </a:lnSpc>
              <a:spcBef>
                <a:spcPts val="600"/>
              </a:spcBef>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29" name="Text Placeholder 29">
            <a:extLst>
              <a:ext uri="{FF2B5EF4-FFF2-40B4-BE49-F238E27FC236}">
                <a16:creationId xmlns:a16="http://schemas.microsoft.com/office/drawing/2014/main" id="{CBD99E4A-9937-9DAD-51BF-769B27DDF43E}"/>
              </a:ext>
            </a:extLst>
          </p:cNvPr>
          <p:cNvSpPr>
            <a:spLocks noGrp="1"/>
          </p:cNvSpPr>
          <p:nvPr>
            <p:ph type="body" sz="quarter" idx="21" hasCustomPrompt="1"/>
          </p:nvPr>
        </p:nvSpPr>
        <p:spPr>
          <a:xfrm>
            <a:off x="10077593" y="4870204"/>
            <a:ext cx="1778956" cy="893762"/>
          </a:xfrm>
          <a:prstGeom prst="rect">
            <a:avLst/>
          </a:prstGeom>
        </p:spPr>
        <p:txBody>
          <a:bodyPr lIns="0" tIns="0" rIns="0" bIns="0">
            <a:noAutofit/>
          </a:bodyPr>
          <a:lstStyle>
            <a:lvl1pPr marL="0" indent="0">
              <a:lnSpc>
                <a:spcPct val="100000"/>
              </a:lnSpc>
              <a:spcBef>
                <a:spcPts val="600"/>
              </a:spcBef>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30" name="Text Placeholder 29">
            <a:extLst>
              <a:ext uri="{FF2B5EF4-FFF2-40B4-BE49-F238E27FC236}">
                <a16:creationId xmlns:a16="http://schemas.microsoft.com/office/drawing/2014/main" id="{D5A53FC6-34CD-D634-D1A6-D31DF8005B6C}"/>
              </a:ext>
            </a:extLst>
          </p:cNvPr>
          <p:cNvSpPr>
            <a:spLocks noGrp="1"/>
          </p:cNvSpPr>
          <p:nvPr>
            <p:ph type="body" sz="quarter" idx="22" hasCustomPrompt="1"/>
          </p:nvPr>
        </p:nvSpPr>
        <p:spPr>
          <a:xfrm>
            <a:off x="8129382" y="2585149"/>
            <a:ext cx="1778958" cy="893762"/>
          </a:xfrm>
          <a:prstGeom prst="rect">
            <a:avLst/>
          </a:prstGeom>
        </p:spPr>
        <p:txBody>
          <a:bodyPr lIns="0" tIns="0" rIns="0" bIns="0">
            <a:noAutofit/>
          </a:bodyPr>
          <a:lstStyle>
            <a:lvl1pPr marL="0" indent="0">
              <a:lnSpc>
                <a:spcPct val="100000"/>
              </a:lnSpc>
              <a:spcBef>
                <a:spcPts val="600"/>
              </a:spcBef>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4" name="Marcador de número de diapositiva 3"/>
          <p:cNvSpPr>
            <a:spLocks noGrp="1"/>
          </p:cNvSpPr>
          <p:nvPr>
            <p:ph type="sldNum" sz="quarter" idx="24"/>
          </p:nvPr>
        </p:nvSpPr>
        <p:spPr/>
        <p:txBody>
          <a:body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26905097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ÍNDICE - Largo">
    <p:bg>
      <p:bgRef idx="1001">
        <a:schemeClr val="bg2"/>
      </p:bgRef>
    </p:bg>
    <p:spTree>
      <p:nvGrpSpPr>
        <p:cNvPr id="1" name=""/>
        <p:cNvGrpSpPr/>
        <p:nvPr/>
      </p:nvGrpSpPr>
      <p:grpSpPr>
        <a:xfrm>
          <a:off x="0" y="0"/>
          <a:ext cx="0" cy="0"/>
          <a:chOff x="0" y="0"/>
          <a:chExt cx="0" cy="0"/>
        </a:xfrm>
      </p:grpSpPr>
      <p:grpSp>
        <p:nvGrpSpPr>
          <p:cNvPr id="10"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p:grpSpPr>
        <p:sp>
          <p:nvSpPr>
            <p:cNvPr id="11"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2"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3"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34" name="Text Placeholder 15">
            <a:extLst>
              <a:ext uri="{FF2B5EF4-FFF2-40B4-BE49-F238E27FC236}">
                <a16:creationId xmlns:a16="http://schemas.microsoft.com/office/drawing/2014/main" id="{C3F26EEC-0020-0C86-2DF5-24EC7311C6BB}"/>
              </a:ext>
            </a:extLst>
          </p:cNvPr>
          <p:cNvSpPr>
            <a:spLocks noGrp="1"/>
          </p:cNvSpPr>
          <p:nvPr>
            <p:ph type="body" sz="quarter" idx="10" hasCustomPrompt="1"/>
          </p:nvPr>
        </p:nvSpPr>
        <p:spPr>
          <a:xfrm>
            <a:off x="334978" y="1167009"/>
            <a:ext cx="1060873" cy="819591"/>
          </a:xfrm>
          <a:prstGeom prst="rect">
            <a:avLst/>
          </a:prstGeom>
        </p:spPr>
        <p:txBody>
          <a:bodyPr lIns="0" tIns="0" rIns="0" bIns="0">
            <a:noAutofit/>
          </a:bodyPr>
          <a:lstStyle>
            <a:lvl1pPr marL="0" indent="0">
              <a:buFontTx/>
              <a:buNone/>
              <a:defRPr sz="6400" spc="-2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01</a:t>
            </a:r>
          </a:p>
        </p:txBody>
      </p:sp>
      <p:sp>
        <p:nvSpPr>
          <p:cNvPr id="35" name="Text Placeholder 15">
            <a:extLst>
              <a:ext uri="{FF2B5EF4-FFF2-40B4-BE49-F238E27FC236}">
                <a16:creationId xmlns:a16="http://schemas.microsoft.com/office/drawing/2014/main" id="{1DB0F80E-8162-FAD4-EBDF-AEF08722CE37}"/>
              </a:ext>
            </a:extLst>
          </p:cNvPr>
          <p:cNvSpPr>
            <a:spLocks noGrp="1"/>
          </p:cNvSpPr>
          <p:nvPr>
            <p:ph type="body" sz="quarter" idx="11" hasCustomPrompt="1"/>
          </p:nvPr>
        </p:nvSpPr>
        <p:spPr>
          <a:xfrm>
            <a:off x="334978" y="2394447"/>
            <a:ext cx="1060873" cy="819591"/>
          </a:xfrm>
          <a:prstGeom prst="rect">
            <a:avLst/>
          </a:prstGeom>
        </p:spPr>
        <p:txBody>
          <a:bodyPr lIns="0" tIns="0" rIns="0" bIns="0">
            <a:noAutofit/>
          </a:bodyPr>
          <a:lstStyle>
            <a:lvl1pPr marL="0" indent="0">
              <a:buFontTx/>
              <a:buNone/>
              <a:defRPr sz="6400" spc="-2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02</a:t>
            </a:r>
          </a:p>
        </p:txBody>
      </p:sp>
      <p:sp>
        <p:nvSpPr>
          <p:cNvPr id="36" name="Text Placeholder 15">
            <a:extLst>
              <a:ext uri="{FF2B5EF4-FFF2-40B4-BE49-F238E27FC236}">
                <a16:creationId xmlns:a16="http://schemas.microsoft.com/office/drawing/2014/main" id="{40C11C35-38FB-AD08-6300-1DABA045F15F}"/>
              </a:ext>
            </a:extLst>
          </p:cNvPr>
          <p:cNvSpPr>
            <a:spLocks noGrp="1"/>
          </p:cNvSpPr>
          <p:nvPr>
            <p:ph type="body" sz="quarter" idx="12" hasCustomPrompt="1"/>
          </p:nvPr>
        </p:nvSpPr>
        <p:spPr>
          <a:xfrm>
            <a:off x="334978" y="3597171"/>
            <a:ext cx="1060873" cy="819591"/>
          </a:xfrm>
          <a:prstGeom prst="rect">
            <a:avLst/>
          </a:prstGeom>
        </p:spPr>
        <p:txBody>
          <a:bodyPr lIns="0" tIns="0" rIns="0" bIns="0">
            <a:noAutofit/>
          </a:bodyPr>
          <a:lstStyle>
            <a:lvl1pPr marL="0" indent="0">
              <a:buFontTx/>
              <a:buNone/>
              <a:defRPr sz="6400" spc="-2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03</a:t>
            </a:r>
          </a:p>
        </p:txBody>
      </p:sp>
      <p:sp>
        <p:nvSpPr>
          <p:cNvPr id="37" name="Text Placeholder 15">
            <a:extLst>
              <a:ext uri="{FF2B5EF4-FFF2-40B4-BE49-F238E27FC236}">
                <a16:creationId xmlns:a16="http://schemas.microsoft.com/office/drawing/2014/main" id="{2A0B644C-DE96-3324-906B-1D86FAD3D4B9}"/>
              </a:ext>
            </a:extLst>
          </p:cNvPr>
          <p:cNvSpPr>
            <a:spLocks noGrp="1"/>
          </p:cNvSpPr>
          <p:nvPr>
            <p:ph type="body" sz="quarter" idx="13" hasCustomPrompt="1"/>
          </p:nvPr>
        </p:nvSpPr>
        <p:spPr>
          <a:xfrm>
            <a:off x="334978" y="4832847"/>
            <a:ext cx="1060873" cy="819591"/>
          </a:xfrm>
          <a:prstGeom prst="rect">
            <a:avLst/>
          </a:prstGeom>
        </p:spPr>
        <p:txBody>
          <a:bodyPr lIns="0" tIns="0" rIns="0" bIns="0">
            <a:noAutofit/>
          </a:bodyPr>
          <a:lstStyle>
            <a:lvl1pPr marL="0" indent="0">
              <a:buFontTx/>
              <a:buNone/>
              <a:defRPr sz="6400" spc="-2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04</a:t>
            </a:r>
          </a:p>
        </p:txBody>
      </p:sp>
      <p:sp>
        <p:nvSpPr>
          <p:cNvPr id="38" name="Text Placeholder 15">
            <a:extLst>
              <a:ext uri="{FF2B5EF4-FFF2-40B4-BE49-F238E27FC236}">
                <a16:creationId xmlns:a16="http://schemas.microsoft.com/office/drawing/2014/main" id="{7CFDB9CC-EEDA-1464-D070-38298816DAC1}"/>
              </a:ext>
            </a:extLst>
          </p:cNvPr>
          <p:cNvSpPr>
            <a:spLocks noGrp="1"/>
          </p:cNvSpPr>
          <p:nvPr>
            <p:ph type="body" sz="quarter" idx="14" hasCustomPrompt="1"/>
          </p:nvPr>
        </p:nvSpPr>
        <p:spPr>
          <a:xfrm>
            <a:off x="4235252" y="1167009"/>
            <a:ext cx="1060873" cy="819591"/>
          </a:xfrm>
          <a:prstGeom prst="rect">
            <a:avLst/>
          </a:prstGeom>
        </p:spPr>
        <p:txBody>
          <a:bodyPr lIns="0" tIns="0" rIns="0" bIns="0">
            <a:noAutofit/>
          </a:bodyPr>
          <a:lstStyle>
            <a:lvl1pPr marL="0" indent="0">
              <a:buFontTx/>
              <a:buNone/>
              <a:defRPr sz="6400" spc="-2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05</a:t>
            </a:r>
          </a:p>
        </p:txBody>
      </p:sp>
      <p:sp>
        <p:nvSpPr>
          <p:cNvPr id="39" name="Text Placeholder 15">
            <a:extLst>
              <a:ext uri="{FF2B5EF4-FFF2-40B4-BE49-F238E27FC236}">
                <a16:creationId xmlns:a16="http://schemas.microsoft.com/office/drawing/2014/main" id="{3E6BDC40-8B07-44FA-94FA-BE03063BD785}"/>
              </a:ext>
            </a:extLst>
          </p:cNvPr>
          <p:cNvSpPr>
            <a:spLocks noGrp="1"/>
          </p:cNvSpPr>
          <p:nvPr>
            <p:ph type="body" sz="quarter" idx="15" hasCustomPrompt="1"/>
          </p:nvPr>
        </p:nvSpPr>
        <p:spPr>
          <a:xfrm>
            <a:off x="4235252" y="2394447"/>
            <a:ext cx="1060873" cy="819591"/>
          </a:xfrm>
          <a:prstGeom prst="rect">
            <a:avLst/>
          </a:prstGeom>
        </p:spPr>
        <p:txBody>
          <a:bodyPr lIns="0" tIns="0" rIns="0" bIns="0">
            <a:noAutofit/>
          </a:bodyPr>
          <a:lstStyle>
            <a:lvl1pPr marL="0" indent="0">
              <a:buFontTx/>
              <a:buNone/>
              <a:defRPr sz="6400" spc="-2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06</a:t>
            </a:r>
          </a:p>
        </p:txBody>
      </p:sp>
      <p:sp>
        <p:nvSpPr>
          <p:cNvPr id="40" name="Text Placeholder 15">
            <a:extLst>
              <a:ext uri="{FF2B5EF4-FFF2-40B4-BE49-F238E27FC236}">
                <a16:creationId xmlns:a16="http://schemas.microsoft.com/office/drawing/2014/main" id="{DAE16205-E178-5D19-7A9E-D5D1C0C2DAC0}"/>
              </a:ext>
            </a:extLst>
          </p:cNvPr>
          <p:cNvSpPr>
            <a:spLocks noGrp="1"/>
          </p:cNvSpPr>
          <p:nvPr>
            <p:ph type="body" sz="quarter" idx="16" hasCustomPrompt="1"/>
          </p:nvPr>
        </p:nvSpPr>
        <p:spPr>
          <a:xfrm>
            <a:off x="4235252" y="3597171"/>
            <a:ext cx="1060873" cy="819591"/>
          </a:xfrm>
          <a:prstGeom prst="rect">
            <a:avLst/>
          </a:prstGeom>
        </p:spPr>
        <p:txBody>
          <a:bodyPr lIns="0" tIns="0" rIns="0" bIns="0">
            <a:noAutofit/>
          </a:bodyPr>
          <a:lstStyle>
            <a:lvl1pPr marL="0" indent="0">
              <a:buFontTx/>
              <a:buNone/>
              <a:defRPr sz="6400" spc="-2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07</a:t>
            </a:r>
          </a:p>
        </p:txBody>
      </p:sp>
      <p:sp>
        <p:nvSpPr>
          <p:cNvPr id="41" name="Text Placeholder 15">
            <a:extLst>
              <a:ext uri="{FF2B5EF4-FFF2-40B4-BE49-F238E27FC236}">
                <a16:creationId xmlns:a16="http://schemas.microsoft.com/office/drawing/2014/main" id="{2ECF5A5E-2767-C8CC-7F70-69FF83596A9E}"/>
              </a:ext>
            </a:extLst>
          </p:cNvPr>
          <p:cNvSpPr>
            <a:spLocks noGrp="1"/>
          </p:cNvSpPr>
          <p:nvPr>
            <p:ph type="body" sz="quarter" idx="17" hasCustomPrompt="1"/>
          </p:nvPr>
        </p:nvSpPr>
        <p:spPr>
          <a:xfrm>
            <a:off x="4235252" y="4832847"/>
            <a:ext cx="1060873" cy="819591"/>
          </a:xfrm>
          <a:prstGeom prst="rect">
            <a:avLst/>
          </a:prstGeom>
        </p:spPr>
        <p:txBody>
          <a:bodyPr lIns="0" tIns="0" rIns="0" bIns="0">
            <a:noAutofit/>
          </a:bodyPr>
          <a:lstStyle>
            <a:lvl1pPr marL="0" indent="0">
              <a:buFontTx/>
              <a:buNone/>
              <a:defRPr sz="6400" spc="-2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08</a:t>
            </a:r>
          </a:p>
        </p:txBody>
      </p:sp>
      <p:sp>
        <p:nvSpPr>
          <p:cNvPr id="42" name="Text Placeholder 15">
            <a:extLst>
              <a:ext uri="{FF2B5EF4-FFF2-40B4-BE49-F238E27FC236}">
                <a16:creationId xmlns:a16="http://schemas.microsoft.com/office/drawing/2014/main" id="{C8E863FA-111C-8652-3E8D-5FA8973B2610}"/>
              </a:ext>
            </a:extLst>
          </p:cNvPr>
          <p:cNvSpPr>
            <a:spLocks noGrp="1"/>
          </p:cNvSpPr>
          <p:nvPr>
            <p:ph type="body" sz="quarter" idx="18" hasCustomPrompt="1"/>
          </p:nvPr>
        </p:nvSpPr>
        <p:spPr>
          <a:xfrm>
            <a:off x="8129453" y="1167009"/>
            <a:ext cx="1060873" cy="819591"/>
          </a:xfrm>
          <a:prstGeom prst="rect">
            <a:avLst/>
          </a:prstGeom>
        </p:spPr>
        <p:txBody>
          <a:bodyPr lIns="0" tIns="0" rIns="0" bIns="0">
            <a:noAutofit/>
          </a:bodyPr>
          <a:lstStyle>
            <a:lvl1pPr marL="0" indent="0">
              <a:buFontTx/>
              <a:buNone/>
              <a:defRPr sz="6400" spc="-20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09</a:t>
            </a:r>
          </a:p>
        </p:txBody>
      </p:sp>
      <p:sp>
        <p:nvSpPr>
          <p:cNvPr id="43" name="Text Placeholder 15">
            <a:extLst>
              <a:ext uri="{FF2B5EF4-FFF2-40B4-BE49-F238E27FC236}">
                <a16:creationId xmlns:a16="http://schemas.microsoft.com/office/drawing/2014/main" id="{E252F4E7-C057-8265-2AFF-DD9E6402EB9C}"/>
              </a:ext>
            </a:extLst>
          </p:cNvPr>
          <p:cNvSpPr>
            <a:spLocks noGrp="1"/>
          </p:cNvSpPr>
          <p:nvPr>
            <p:ph type="body" sz="quarter" idx="19" hasCustomPrompt="1"/>
          </p:nvPr>
        </p:nvSpPr>
        <p:spPr>
          <a:xfrm>
            <a:off x="8129453" y="2394447"/>
            <a:ext cx="1060873" cy="819591"/>
          </a:xfrm>
          <a:prstGeom prst="rect">
            <a:avLst/>
          </a:prstGeom>
        </p:spPr>
        <p:txBody>
          <a:bodyPr lIns="0" tIns="0" rIns="0" bIns="0">
            <a:noAutofit/>
          </a:bodyPr>
          <a:lstStyle>
            <a:lvl1pPr marL="0" indent="0">
              <a:buFontTx/>
              <a:buNone/>
              <a:defRPr sz="6400" spc="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10</a:t>
            </a:r>
          </a:p>
        </p:txBody>
      </p:sp>
      <p:sp>
        <p:nvSpPr>
          <p:cNvPr id="44" name="Text Placeholder 15">
            <a:extLst>
              <a:ext uri="{FF2B5EF4-FFF2-40B4-BE49-F238E27FC236}">
                <a16:creationId xmlns:a16="http://schemas.microsoft.com/office/drawing/2014/main" id="{1C071B54-C34C-81FC-8886-0AB96E569EAD}"/>
              </a:ext>
            </a:extLst>
          </p:cNvPr>
          <p:cNvSpPr>
            <a:spLocks noGrp="1"/>
          </p:cNvSpPr>
          <p:nvPr>
            <p:ph type="body" sz="quarter" idx="20" hasCustomPrompt="1"/>
          </p:nvPr>
        </p:nvSpPr>
        <p:spPr>
          <a:xfrm>
            <a:off x="8129453" y="3597171"/>
            <a:ext cx="1060873" cy="819591"/>
          </a:xfrm>
          <a:prstGeom prst="rect">
            <a:avLst/>
          </a:prstGeom>
        </p:spPr>
        <p:txBody>
          <a:bodyPr lIns="0" tIns="0" rIns="0" bIns="0">
            <a:noAutofit/>
          </a:bodyPr>
          <a:lstStyle>
            <a:lvl1pPr marL="0" indent="0">
              <a:buFontTx/>
              <a:buNone/>
              <a:defRPr sz="6400" spc="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11</a:t>
            </a:r>
          </a:p>
        </p:txBody>
      </p:sp>
      <p:sp>
        <p:nvSpPr>
          <p:cNvPr id="45" name="Text Placeholder 15">
            <a:extLst>
              <a:ext uri="{FF2B5EF4-FFF2-40B4-BE49-F238E27FC236}">
                <a16:creationId xmlns:a16="http://schemas.microsoft.com/office/drawing/2014/main" id="{89441B5A-C5B0-3CF8-4A72-32AED17D689D}"/>
              </a:ext>
            </a:extLst>
          </p:cNvPr>
          <p:cNvSpPr>
            <a:spLocks noGrp="1"/>
          </p:cNvSpPr>
          <p:nvPr>
            <p:ph type="body" sz="quarter" idx="21" hasCustomPrompt="1"/>
          </p:nvPr>
        </p:nvSpPr>
        <p:spPr>
          <a:xfrm>
            <a:off x="8129453" y="4832847"/>
            <a:ext cx="1060873" cy="819591"/>
          </a:xfrm>
          <a:prstGeom prst="rect">
            <a:avLst/>
          </a:prstGeom>
        </p:spPr>
        <p:txBody>
          <a:bodyPr lIns="0" tIns="0" rIns="0" bIns="0">
            <a:noAutofit/>
          </a:bodyPr>
          <a:lstStyle>
            <a:lvl1pPr marL="0" indent="0">
              <a:buFontTx/>
              <a:buNone/>
              <a:defRPr sz="6400" spc="0" baseline="0">
                <a:solidFill>
                  <a:schemeClr val="tx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12</a:t>
            </a:r>
          </a:p>
        </p:txBody>
      </p:sp>
      <p:sp>
        <p:nvSpPr>
          <p:cNvPr id="46" name="Text Placeholder 29">
            <a:extLst>
              <a:ext uri="{FF2B5EF4-FFF2-40B4-BE49-F238E27FC236}">
                <a16:creationId xmlns:a16="http://schemas.microsoft.com/office/drawing/2014/main" id="{A8D8D8B9-84E4-A5EF-F781-F6C079126149}"/>
              </a:ext>
            </a:extLst>
          </p:cNvPr>
          <p:cNvSpPr>
            <a:spLocks noGrp="1"/>
          </p:cNvSpPr>
          <p:nvPr>
            <p:ph type="body" sz="quarter" idx="22" hasCustomPrompt="1"/>
          </p:nvPr>
        </p:nvSpPr>
        <p:spPr>
          <a:xfrm>
            <a:off x="1571320" y="1344706"/>
            <a:ext cx="2320108" cy="893762"/>
          </a:xfrm>
          <a:prstGeom prst="rect">
            <a:avLst/>
          </a:prstGeom>
        </p:spPr>
        <p:txBody>
          <a:bodyPr lIns="0" tIns="0" rIns="0" bIns="0">
            <a:noAutofit/>
          </a:bodyPr>
          <a:lstStyle>
            <a:lvl1pPr marL="0" indent="0">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47" name="Text Placeholder 29">
            <a:extLst>
              <a:ext uri="{FF2B5EF4-FFF2-40B4-BE49-F238E27FC236}">
                <a16:creationId xmlns:a16="http://schemas.microsoft.com/office/drawing/2014/main" id="{C13947E4-99B4-7AAC-D4E2-44B058ADA544}"/>
              </a:ext>
            </a:extLst>
          </p:cNvPr>
          <p:cNvSpPr>
            <a:spLocks noGrp="1"/>
          </p:cNvSpPr>
          <p:nvPr>
            <p:ph type="body" sz="quarter" idx="23" hasCustomPrompt="1"/>
          </p:nvPr>
        </p:nvSpPr>
        <p:spPr>
          <a:xfrm>
            <a:off x="5463229" y="1344706"/>
            <a:ext cx="2326901" cy="893762"/>
          </a:xfrm>
          <a:prstGeom prst="rect">
            <a:avLst/>
          </a:prstGeom>
        </p:spPr>
        <p:txBody>
          <a:bodyPr lIns="0" tIns="0" rIns="0" bIns="0">
            <a:noAutofit/>
          </a:bodyPr>
          <a:lstStyle>
            <a:lvl1pPr marL="0" indent="0">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48" name="Text Placeholder 29">
            <a:extLst>
              <a:ext uri="{FF2B5EF4-FFF2-40B4-BE49-F238E27FC236}">
                <a16:creationId xmlns:a16="http://schemas.microsoft.com/office/drawing/2014/main" id="{BDE6CC3C-373A-B999-5D79-FFCFAFEB7F14}"/>
              </a:ext>
            </a:extLst>
          </p:cNvPr>
          <p:cNvSpPr>
            <a:spLocks noGrp="1"/>
          </p:cNvSpPr>
          <p:nvPr>
            <p:ph type="body" sz="quarter" idx="24" hasCustomPrompt="1"/>
          </p:nvPr>
        </p:nvSpPr>
        <p:spPr>
          <a:xfrm>
            <a:off x="9357430" y="1344706"/>
            <a:ext cx="2329763" cy="893762"/>
          </a:xfrm>
          <a:prstGeom prst="rect">
            <a:avLst/>
          </a:prstGeom>
        </p:spPr>
        <p:txBody>
          <a:bodyPr lIns="0" tIns="0" rIns="0" bIns="0">
            <a:noAutofit/>
          </a:bodyPr>
          <a:lstStyle>
            <a:lvl1pPr marL="0" indent="0">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49" name="Text Placeholder 29">
            <a:extLst>
              <a:ext uri="{FF2B5EF4-FFF2-40B4-BE49-F238E27FC236}">
                <a16:creationId xmlns:a16="http://schemas.microsoft.com/office/drawing/2014/main" id="{6DB00DA2-69CE-BC0C-DDEC-418E42272E30}"/>
              </a:ext>
            </a:extLst>
          </p:cNvPr>
          <p:cNvSpPr>
            <a:spLocks noGrp="1"/>
          </p:cNvSpPr>
          <p:nvPr>
            <p:ph type="body" sz="quarter" idx="25" hasCustomPrompt="1"/>
          </p:nvPr>
        </p:nvSpPr>
        <p:spPr>
          <a:xfrm>
            <a:off x="1571320" y="2561170"/>
            <a:ext cx="2320108" cy="893762"/>
          </a:xfrm>
          <a:prstGeom prst="rect">
            <a:avLst/>
          </a:prstGeom>
        </p:spPr>
        <p:txBody>
          <a:bodyPr lIns="0" tIns="0" rIns="0" bIns="0">
            <a:noAutofit/>
          </a:bodyPr>
          <a:lstStyle>
            <a:lvl1pPr marL="0" indent="0">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50" name="Text Placeholder 29">
            <a:extLst>
              <a:ext uri="{FF2B5EF4-FFF2-40B4-BE49-F238E27FC236}">
                <a16:creationId xmlns:a16="http://schemas.microsoft.com/office/drawing/2014/main" id="{D703D0F6-7A49-B8AD-09E8-BCA907FA3034}"/>
              </a:ext>
            </a:extLst>
          </p:cNvPr>
          <p:cNvSpPr>
            <a:spLocks noGrp="1"/>
          </p:cNvSpPr>
          <p:nvPr>
            <p:ph type="body" sz="quarter" idx="26" hasCustomPrompt="1"/>
          </p:nvPr>
        </p:nvSpPr>
        <p:spPr>
          <a:xfrm>
            <a:off x="5463229" y="2561170"/>
            <a:ext cx="2326901" cy="893762"/>
          </a:xfrm>
          <a:prstGeom prst="rect">
            <a:avLst/>
          </a:prstGeom>
        </p:spPr>
        <p:txBody>
          <a:bodyPr lIns="0" tIns="0" rIns="0" bIns="0">
            <a:noAutofit/>
          </a:bodyPr>
          <a:lstStyle>
            <a:lvl1pPr marL="0" indent="0">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51" name="Text Placeholder 29">
            <a:extLst>
              <a:ext uri="{FF2B5EF4-FFF2-40B4-BE49-F238E27FC236}">
                <a16:creationId xmlns:a16="http://schemas.microsoft.com/office/drawing/2014/main" id="{83C73E6B-5B9D-5213-4965-03CBE1E10B8A}"/>
              </a:ext>
            </a:extLst>
          </p:cNvPr>
          <p:cNvSpPr>
            <a:spLocks noGrp="1"/>
          </p:cNvSpPr>
          <p:nvPr>
            <p:ph type="body" sz="quarter" idx="27" hasCustomPrompt="1"/>
          </p:nvPr>
        </p:nvSpPr>
        <p:spPr>
          <a:xfrm>
            <a:off x="9357430" y="2561170"/>
            <a:ext cx="2329763" cy="893762"/>
          </a:xfrm>
          <a:prstGeom prst="rect">
            <a:avLst/>
          </a:prstGeom>
        </p:spPr>
        <p:txBody>
          <a:bodyPr lIns="0" tIns="0" rIns="0" bIns="0">
            <a:noAutofit/>
          </a:bodyPr>
          <a:lstStyle>
            <a:lvl1pPr marL="0" indent="0">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52" name="Text Placeholder 29">
            <a:extLst>
              <a:ext uri="{FF2B5EF4-FFF2-40B4-BE49-F238E27FC236}">
                <a16:creationId xmlns:a16="http://schemas.microsoft.com/office/drawing/2014/main" id="{19298D4F-2241-442E-E7CB-91F491880442}"/>
              </a:ext>
            </a:extLst>
          </p:cNvPr>
          <p:cNvSpPr>
            <a:spLocks noGrp="1"/>
          </p:cNvSpPr>
          <p:nvPr>
            <p:ph type="body" sz="quarter" idx="28" hasCustomPrompt="1"/>
          </p:nvPr>
        </p:nvSpPr>
        <p:spPr>
          <a:xfrm>
            <a:off x="1571320" y="3777634"/>
            <a:ext cx="2320108" cy="893762"/>
          </a:xfrm>
          <a:prstGeom prst="rect">
            <a:avLst/>
          </a:prstGeom>
        </p:spPr>
        <p:txBody>
          <a:bodyPr lIns="0" tIns="0" rIns="0" bIns="0">
            <a:noAutofit/>
          </a:bodyPr>
          <a:lstStyle>
            <a:lvl1pPr marL="0" indent="0">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53" name="Text Placeholder 29">
            <a:extLst>
              <a:ext uri="{FF2B5EF4-FFF2-40B4-BE49-F238E27FC236}">
                <a16:creationId xmlns:a16="http://schemas.microsoft.com/office/drawing/2014/main" id="{4C527113-8DC6-9092-73E3-D528F18FE195}"/>
              </a:ext>
            </a:extLst>
          </p:cNvPr>
          <p:cNvSpPr>
            <a:spLocks noGrp="1"/>
          </p:cNvSpPr>
          <p:nvPr>
            <p:ph type="body" sz="quarter" idx="29" hasCustomPrompt="1"/>
          </p:nvPr>
        </p:nvSpPr>
        <p:spPr>
          <a:xfrm>
            <a:off x="5463229" y="3777634"/>
            <a:ext cx="2326901" cy="893762"/>
          </a:xfrm>
          <a:prstGeom prst="rect">
            <a:avLst/>
          </a:prstGeom>
        </p:spPr>
        <p:txBody>
          <a:bodyPr lIns="0" tIns="0" rIns="0" bIns="0">
            <a:noAutofit/>
          </a:bodyPr>
          <a:lstStyle>
            <a:lvl1pPr marL="0" indent="0">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54" name="Text Placeholder 29">
            <a:extLst>
              <a:ext uri="{FF2B5EF4-FFF2-40B4-BE49-F238E27FC236}">
                <a16:creationId xmlns:a16="http://schemas.microsoft.com/office/drawing/2014/main" id="{B25D650E-E87E-D127-E5BD-1E0387F71E52}"/>
              </a:ext>
            </a:extLst>
          </p:cNvPr>
          <p:cNvSpPr>
            <a:spLocks noGrp="1"/>
          </p:cNvSpPr>
          <p:nvPr>
            <p:ph type="body" sz="quarter" idx="30" hasCustomPrompt="1"/>
          </p:nvPr>
        </p:nvSpPr>
        <p:spPr>
          <a:xfrm>
            <a:off x="9357430" y="3777634"/>
            <a:ext cx="2329763" cy="893762"/>
          </a:xfrm>
          <a:prstGeom prst="rect">
            <a:avLst/>
          </a:prstGeom>
        </p:spPr>
        <p:txBody>
          <a:bodyPr lIns="0" tIns="0" rIns="0" bIns="0">
            <a:noAutofit/>
          </a:bodyPr>
          <a:lstStyle>
            <a:lvl1pPr marL="0" indent="0">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55" name="Text Placeholder 29">
            <a:extLst>
              <a:ext uri="{FF2B5EF4-FFF2-40B4-BE49-F238E27FC236}">
                <a16:creationId xmlns:a16="http://schemas.microsoft.com/office/drawing/2014/main" id="{C847FB7D-9A35-446B-1889-B65B833601C3}"/>
              </a:ext>
            </a:extLst>
          </p:cNvPr>
          <p:cNvSpPr>
            <a:spLocks noGrp="1"/>
          </p:cNvSpPr>
          <p:nvPr>
            <p:ph type="body" sz="quarter" idx="31" hasCustomPrompt="1"/>
          </p:nvPr>
        </p:nvSpPr>
        <p:spPr>
          <a:xfrm>
            <a:off x="1571320" y="4994099"/>
            <a:ext cx="2320108" cy="893762"/>
          </a:xfrm>
          <a:prstGeom prst="rect">
            <a:avLst/>
          </a:prstGeom>
        </p:spPr>
        <p:txBody>
          <a:bodyPr lIns="0" tIns="0" rIns="0" bIns="0">
            <a:noAutofit/>
          </a:bodyPr>
          <a:lstStyle>
            <a:lvl1pPr marL="0" indent="0">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56" name="Text Placeholder 29">
            <a:extLst>
              <a:ext uri="{FF2B5EF4-FFF2-40B4-BE49-F238E27FC236}">
                <a16:creationId xmlns:a16="http://schemas.microsoft.com/office/drawing/2014/main" id="{8F3BF73A-DEC0-5BB6-527D-9A16E2C35EA9}"/>
              </a:ext>
            </a:extLst>
          </p:cNvPr>
          <p:cNvSpPr>
            <a:spLocks noGrp="1"/>
          </p:cNvSpPr>
          <p:nvPr>
            <p:ph type="body" sz="quarter" idx="32" hasCustomPrompt="1"/>
          </p:nvPr>
        </p:nvSpPr>
        <p:spPr>
          <a:xfrm>
            <a:off x="5463229" y="4994099"/>
            <a:ext cx="2326901" cy="893762"/>
          </a:xfrm>
          <a:prstGeom prst="rect">
            <a:avLst/>
          </a:prstGeom>
        </p:spPr>
        <p:txBody>
          <a:bodyPr lIns="0" tIns="0" rIns="0" bIns="0">
            <a:noAutofit/>
          </a:bodyPr>
          <a:lstStyle>
            <a:lvl1pPr marL="0" indent="0">
              <a:buNone/>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sp>
        <p:nvSpPr>
          <p:cNvPr id="57" name="Text Placeholder 29">
            <a:extLst>
              <a:ext uri="{FF2B5EF4-FFF2-40B4-BE49-F238E27FC236}">
                <a16:creationId xmlns:a16="http://schemas.microsoft.com/office/drawing/2014/main" id="{6135C823-B0CF-87E9-1E61-97A2FA3D88B9}"/>
              </a:ext>
            </a:extLst>
          </p:cNvPr>
          <p:cNvSpPr>
            <a:spLocks noGrp="1"/>
          </p:cNvSpPr>
          <p:nvPr>
            <p:ph type="body" sz="quarter" idx="33" hasCustomPrompt="1"/>
          </p:nvPr>
        </p:nvSpPr>
        <p:spPr>
          <a:xfrm>
            <a:off x="9357430" y="4994099"/>
            <a:ext cx="2329763" cy="893762"/>
          </a:xfrm>
          <a:prstGeom prst="rect">
            <a:avLst/>
          </a:prstGeom>
        </p:spPr>
        <p:txBody>
          <a:bodyPr lIns="0" tIns="0" rIns="0" bIns="0">
            <a:noAutofit/>
          </a:bodyPr>
          <a:lstStyle>
            <a:lvl1pPr marL="7696" marR="0" indent="0" algn="l" defTabSz="914377" rtl="0" eaLnBrk="1" fontAlgn="auto" latinLnBrk="0" hangingPunct="1">
              <a:lnSpc>
                <a:spcPct val="100000"/>
              </a:lnSpc>
              <a:spcBef>
                <a:spcPts val="69"/>
              </a:spcBef>
              <a:spcAft>
                <a:spcPts val="0"/>
              </a:spcAft>
              <a:buClrTx/>
              <a:buSzTx/>
              <a:buFont typeface="Arial" panose="020B0604020202020204" pitchFamily="34" charset="0"/>
              <a:buNone/>
              <a:tabLst/>
              <a:defRPr sz="800">
                <a:solidFill>
                  <a:schemeClr val="tx1"/>
                </a:solidFill>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dirty="0"/>
              <a:t>ESCRIBE AQUÍ EL CONTENIDO O TEXTO DE LA PRESENTACIÓN</a:t>
            </a:r>
          </a:p>
        </p:txBody>
      </p:sp>
      <p:cxnSp>
        <p:nvCxnSpPr>
          <p:cNvPr id="92" name="Straight Connector 8">
            <a:extLst>
              <a:ext uri="{FF2B5EF4-FFF2-40B4-BE49-F238E27FC236}">
                <a16:creationId xmlns:a16="http://schemas.microsoft.com/office/drawing/2014/main" id="{B6A8FCB8-2780-6C99-E9FA-647662FFE9E1}"/>
              </a:ext>
            </a:extLst>
          </p:cNvPr>
          <p:cNvCxnSpPr>
            <a:cxnSpLocks/>
          </p:cNvCxnSpPr>
          <p:nvPr userDrawn="1"/>
        </p:nvCxnSpPr>
        <p:spPr>
          <a:xfrm flipV="1">
            <a:off x="4063645" y="1268976"/>
            <a:ext cx="0" cy="5589024"/>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3" name="Straight Connector 8">
            <a:extLst>
              <a:ext uri="{FF2B5EF4-FFF2-40B4-BE49-F238E27FC236}">
                <a16:creationId xmlns:a16="http://schemas.microsoft.com/office/drawing/2014/main" id="{B6A8FCB8-2780-6C99-E9FA-647662FFE9E1}"/>
              </a:ext>
            </a:extLst>
          </p:cNvPr>
          <p:cNvCxnSpPr>
            <a:cxnSpLocks/>
          </p:cNvCxnSpPr>
          <p:nvPr userDrawn="1"/>
        </p:nvCxnSpPr>
        <p:spPr>
          <a:xfrm flipV="1">
            <a:off x="7962348" y="1268976"/>
            <a:ext cx="0" cy="5589024"/>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3" name="Marcador de número de diapositiva 2"/>
          <p:cNvSpPr>
            <a:spLocks noGrp="1"/>
          </p:cNvSpPr>
          <p:nvPr>
            <p:ph type="sldNum" sz="quarter" idx="35"/>
          </p:nvPr>
        </p:nvSpPr>
        <p:spPr/>
        <p:txBody>
          <a:body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8236406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PARATA - Principal">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6550" y="1268760"/>
            <a:ext cx="8639482" cy="2520280"/>
          </a:xfrm>
        </p:spPr>
        <p:txBody>
          <a:bodyPr anchor="b"/>
          <a:lstStyle>
            <a:lvl1pPr>
              <a:defRPr sz="3600"/>
            </a:lvl1pPr>
          </a:lstStyle>
          <a:p>
            <a:r>
              <a:rPr lang="es-ES" dirty="0"/>
              <a:t>Escribe aquí el título de la separata principal</a:t>
            </a:r>
          </a:p>
        </p:txBody>
      </p:sp>
      <p:grpSp>
        <p:nvGrpSpPr>
          <p:cNvPr id="10"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p:grpSpPr>
        <p:sp>
          <p:nvSpPr>
            <p:cNvPr id="11"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2"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3"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14" name="Text Placeholder 15">
            <a:extLst>
              <a:ext uri="{FF2B5EF4-FFF2-40B4-BE49-F238E27FC236}">
                <a16:creationId xmlns:a16="http://schemas.microsoft.com/office/drawing/2014/main" id="{5AC589BE-C7ED-FFDF-45BE-6D021BB1F209}"/>
              </a:ext>
            </a:extLst>
          </p:cNvPr>
          <p:cNvSpPr>
            <a:spLocks noGrp="1"/>
          </p:cNvSpPr>
          <p:nvPr>
            <p:ph type="body" sz="quarter" idx="10" hasCustomPrompt="1"/>
          </p:nvPr>
        </p:nvSpPr>
        <p:spPr>
          <a:xfrm>
            <a:off x="9772542" y="334963"/>
            <a:ext cx="2082908" cy="2031325"/>
          </a:xfrm>
          <a:prstGeom prst="rect">
            <a:avLst/>
          </a:prstGeom>
        </p:spPr>
        <p:txBody>
          <a:bodyPr wrap="square" lIns="0" tIns="0" rIns="0" bIns="0" anchor="t" anchorCtr="0">
            <a:spAutoFit/>
          </a:bodyPr>
          <a:lstStyle>
            <a:lvl1pPr marL="0" indent="0" algn="l">
              <a:lnSpc>
                <a:spcPct val="100000"/>
              </a:lnSpc>
              <a:spcBef>
                <a:spcPts val="0"/>
              </a:spcBef>
              <a:buFontTx/>
              <a:buNone/>
              <a:defRPr sz="13200">
                <a:solidFill>
                  <a:schemeClr val="accent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01</a:t>
            </a:r>
          </a:p>
        </p:txBody>
      </p:sp>
      <p:cxnSp>
        <p:nvCxnSpPr>
          <p:cNvPr id="15" name="Straight Connector 13">
            <a:extLst>
              <a:ext uri="{FF2B5EF4-FFF2-40B4-BE49-F238E27FC236}">
                <a16:creationId xmlns:a16="http://schemas.microsoft.com/office/drawing/2014/main" id="{1319C3BA-8391-1145-3463-BCF1F39D971C}"/>
              </a:ext>
            </a:extLst>
          </p:cNvPr>
          <p:cNvCxnSpPr>
            <a:cxnSpLocks/>
          </p:cNvCxnSpPr>
          <p:nvPr userDrawn="1"/>
        </p:nvCxnSpPr>
        <p:spPr>
          <a:xfrm flipV="1">
            <a:off x="9603342" y="1"/>
            <a:ext cx="0" cy="6200774"/>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59" name="Subtítulo 2"/>
          <p:cNvSpPr>
            <a:spLocks noGrp="1"/>
          </p:cNvSpPr>
          <p:nvPr>
            <p:ph type="subTitle" idx="1" hasCustomPrompt="1"/>
          </p:nvPr>
        </p:nvSpPr>
        <p:spPr>
          <a:xfrm>
            <a:off x="336549" y="4149081"/>
            <a:ext cx="8639483" cy="2051694"/>
          </a:xfrm>
          <a:prstGeom prst="rect">
            <a:avLst/>
          </a:prstGeom>
        </p:spPr>
        <p:txBody>
          <a:bodyPr lIns="0" tIns="0" rIns="0" bIns="0">
            <a:noAutofit/>
          </a:bodyPr>
          <a:lstStyle>
            <a:lvl1pPr marL="0" indent="0" algn="l">
              <a:lnSpc>
                <a:spcPct val="100000"/>
              </a:lnSpc>
              <a:spcBef>
                <a:spcPts val="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Escribe aquí el subtítulo de la separa principal</a:t>
            </a:r>
          </a:p>
        </p:txBody>
      </p:sp>
      <p:sp>
        <p:nvSpPr>
          <p:cNvPr id="4" name="Marcador de número de diapositiva 3"/>
          <p:cNvSpPr>
            <a:spLocks noGrp="1"/>
          </p:cNvSpPr>
          <p:nvPr>
            <p:ph type="sldNum" sz="quarter" idx="12"/>
          </p:nvPr>
        </p:nvSpPr>
        <p:spPr/>
        <p:txBody>
          <a:body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18267745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PARATA - Principal+Image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6550" y="1268122"/>
            <a:ext cx="8639482" cy="1080866"/>
          </a:xfrm>
        </p:spPr>
        <p:txBody>
          <a:bodyPr anchor="t"/>
          <a:lstStyle>
            <a:lvl1pPr>
              <a:defRPr sz="3600"/>
            </a:lvl1pPr>
          </a:lstStyle>
          <a:p>
            <a:r>
              <a:rPr lang="es-ES" dirty="0"/>
              <a:t>Escribe aquí el título de la separata principal</a:t>
            </a:r>
          </a:p>
        </p:txBody>
      </p:sp>
      <p:grpSp>
        <p:nvGrpSpPr>
          <p:cNvPr id="10"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p:grpSpPr>
        <p:sp>
          <p:nvSpPr>
            <p:cNvPr id="11"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2"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3"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14" name="Text Placeholder 15">
            <a:extLst>
              <a:ext uri="{FF2B5EF4-FFF2-40B4-BE49-F238E27FC236}">
                <a16:creationId xmlns:a16="http://schemas.microsoft.com/office/drawing/2014/main" id="{5AC589BE-C7ED-FFDF-45BE-6D021BB1F209}"/>
              </a:ext>
            </a:extLst>
          </p:cNvPr>
          <p:cNvSpPr>
            <a:spLocks noGrp="1"/>
          </p:cNvSpPr>
          <p:nvPr>
            <p:ph type="body" sz="quarter" idx="10" hasCustomPrompt="1"/>
          </p:nvPr>
        </p:nvSpPr>
        <p:spPr>
          <a:xfrm>
            <a:off x="9772542" y="334963"/>
            <a:ext cx="2082908" cy="2031325"/>
          </a:xfrm>
          <a:prstGeom prst="rect">
            <a:avLst/>
          </a:prstGeom>
        </p:spPr>
        <p:txBody>
          <a:bodyPr wrap="square" lIns="0" tIns="0" rIns="0" bIns="0" anchor="t" anchorCtr="0">
            <a:spAutoFit/>
          </a:bodyPr>
          <a:lstStyle>
            <a:lvl1pPr marL="0" indent="0" algn="l">
              <a:lnSpc>
                <a:spcPct val="100000"/>
              </a:lnSpc>
              <a:spcBef>
                <a:spcPts val="0"/>
              </a:spcBef>
              <a:buFontTx/>
              <a:buNone/>
              <a:defRPr sz="13200">
                <a:solidFill>
                  <a:schemeClr val="accent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01</a:t>
            </a:r>
          </a:p>
        </p:txBody>
      </p:sp>
      <p:cxnSp>
        <p:nvCxnSpPr>
          <p:cNvPr id="15" name="Straight Connector 13">
            <a:extLst>
              <a:ext uri="{FF2B5EF4-FFF2-40B4-BE49-F238E27FC236}">
                <a16:creationId xmlns:a16="http://schemas.microsoft.com/office/drawing/2014/main" id="{1319C3BA-8391-1145-3463-BCF1F39D971C}"/>
              </a:ext>
            </a:extLst>
          </p:cNvPr>
          <p:cNvCxnSpPr>
            <a:cxnSpLocks/>
          </p:cNvCxnSpPr>
          <p:nvPr userDrawn="1"/>
        </p:nvCxnSpPr>
        <p:spPr>
          <a:xfrm flipV="1">
            <a:off x="9603342" y="1"/>
            <a:ext cx="0" cy="6200774"/>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59" name="Subtítulo 2"/>
          <p:cNvSpPr>
            <a:spLocks noGrp="1"/>
          </p:cNvSpPr>
          <p:nvPr>
            <p:ph type="subTitle" idx="1" hasCustomPrompt="1"/>
          </p:nvPr>
        </p:nvSpPr>
        <p:spPr>
          <a:xfrm>
            <a:off x="336549" y="2708992"/>
            <a:ext cx="8639483" cy="450006"/>
          </a:xfrm>
          <a:prstGeom prst="rect">
            <a:avLst/>
          </a:prstGeom>
        </p:spPr>
        <p:txBody>
          <a:bodyPr lIns="0" tIns="0" rIns="0" bIns="0">
            <a:noAutofit/>
          </a:bodyPr>
          <a:lstStyle>
            <a:lvl1pPr marL="0" indent="0" algn="l">
              <a:lnSpc>
                <a:spcPct val="100000"/>
              </a:lnSpc>
              <a:spcBef>
                <a:spcPts val="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Escribe aquí el subtítulo de la separa principal</a:t>
            </a:r>
          </a:p>
        </p:txBody>
      </p:sp>
      <p:sp>
        <p:nvSpPr>
          <p:cNvPr id="25" name="Marcador de posición de imagen 24"/>
          <p:cNvSpPr>
            <a:spLocks noGrp="1"/>
          </p:cNvSpPr>
          <p:nvPr>
            <p:ph type="pic" sz="quarter" idx="11" hasCustomPrompt="1"/>
          </p:nvPr>
        </p:nvSpPr>
        <p:spPr>
          <a:xfrm>
            <a:off x="336550" y="3429001"/>
            <a:ext cx="9001601" cy="2771774"/>
          </a:xfrm>
          <a:custGeom>
            <a:avLst/>
            <a:gdLst>
              <a:gd name="connsiteX0" fmla="*/ 143999 w 9001601"/>
              <a:gd name="connsiteY0" fmla="*/ 0 h 2771774"/>
              <a:gd name="connsiteX1" fmla="*/ 8857601 w 9001601"/>
              <a:gd name="connsiteY1" fmla="*/ 0 h 2771774"/>
              <a:gd name="connsiteX2" fmla="*/ 9001601 w 9001601"/>
              <a:gd name="connsiteY2" fmla="*/ 143999 h 2771774"/>
              <a:gd name="connsiteX3" fmla="*/ 9001601 w 9001601"/>
              <a:gd name="connsiteY3" fmla="*/ 2627774 h 2771774"/>
              <a:gd name="connsiteX4" fmla="*/ 8857600 w 9001601"/>
              <a:gd name="connsiteY4" fmla="*/ 2771774 h 2771774"/>
              <a:gd name="connsiteX5" fmla="*/ 144000 w 9001601"/>
              <a:gd name="connsiteY5" fmla="*/ 2771774 h 2771774"/>
              <a:gd name="connsiteX6" fmla="*/ 0 w 9001601"/>
              <a:gd name="connsiteY6" fmla="*/ 2627774 h 2771774"/>
              <a:gd name="connsiteX7" fmla="*/ 0 w 9001601"/>
              <a:gd name="connsiteY7" fmla="*/ 143999 h 2771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01601" h="2771774">
                <a:moveTo>
                  <a:pt x="143999" y="0"/>
                </a:moveTo>
                <a:lnTo>
                  <a:pt x="8857601" y="0"/>
                </a:lnTo>
                <a:lnTo>
                  <a:pt x="9001601" y="143999"/>
                </a:lnTo>
                <a:lnTo>
                  <a:pt x="9001601" y="2627774"/>
                </a:lnTo>
                <a:lnTo>
                  <a:pt x="8857600" y="2771774"/>
                </a:lnTo>
                <a:lnTo>
                  <a:pt x="144000" y="2771774"/>
                </a:lnTo>
                <a:lnTo>
                  <a:pt x="0" y="2627774"/>
                </a:lnTo>
                <a:lnTo>
                  <a:pt x="0" y="143999"/>
                </a:lnTo>
                <a:close/>
              </a:path>
            </a:pathLst>
          </a:custGeom>
        </p:spPr>
        <p:txBody>
          <a:bodyPr wrap="square" anchor="ctr">
            <a:noAutofit/>
          </a:bodyPr>
          <a:lstStyle>
            <a:lvl1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r>
              <a:rPr lang="es-ES" dirty="0"/>
              <a:t>Haga clic en el icono </a:t>
            </a:r>
            <a:br>
              <a:rPr lang="es-ES" dirty="0"/>
            </a:br>
            <a:r>
              <a:rPr lang="es-ES" dirty="0"/>
              <a:t>para agregar una imagen</a:t>
            </a:r>
          </a:p>
        </p:txBody>
      </p:sp>
      <p:sp>
        <p:nvSpPr>
          <p:cNvPr id="4" name="Marcador de número de diapositiva 3"/>
          <p:cNvSpPr>
            <a:spLocks noGrp="1"/>
          </p:cNvSpPr>
          <p:nvPr>
            <p:ph type="sldNum" sz="quarter" idx="13"/>
          </p:nvPr>
        </p:nvSpPr>
        <p:spPr/>
        <p:txBody>
          <a:body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33297987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PARATA - Secundaria">
    <p:bg>
      <p:bgPr>
        <a:solidFill>
          <a:schemeClr val="accent1"/>
        </a:solidFill>
        <a:effectLst/>
      </p:bgPr>
    </p:bg>
    <p:spTree>
      <p:nvGrpSpPr>
        <p:cNvPr id="1" name=""/>
        <p:cNvGrpSpPr/>
        <p:nvPr/>
      </p:nvGrpSpPr>
      <p:grpSpPr>
        <a:xfrm>
          <a:off x="0" y="0"/>
          <a:ext cx="0" cy="0"/>
          <a:chOff x="0" y="0"/>
          <a:chExt cx="0" cy="0"/>
        </a:xfrm>
      </p:grpSpPr>
      <p:grpSp>
        <p:nvGrpSpPr>
          <p:cNvPr id="10"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a:solidFill>
            <a:schemeClr val="bg1"/>
          </a:solidFill>
        </p:grpSpPr>
        <p:sp>
          <p:nvSpPr>
            <p:cNvPr id="11"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2"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3"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14" name="Text Placeholder 15">
            <a:extLst>
              <a:ext uri="{FF2B5EF4-FFF2-40B4-BE49-F238E27FC236}">
                <a16:creationId xmlns:a16="http://schemas.microsoft.com/office/drawing/2014/main" id="{5AC589BE-C7ED-FFDF-45BE-6D021BB1F209}"/>
              </a:ext>
            </a:extLst>
          </p:cNvPr>
          <p:cNvSpPr>
            <a:spLocks noGrp="1"/>
          </p:cNvSpPr>
          <p:nvPr>
            <p:ph type="body" sz="quarter" idx="10" hasCustomPrompt="1"/>
          </p:nvPr>
        </p:nvSpPr>
        <p:spPr>
          <a:xfrm>
            <a:off x="9857301" y="334963"/>
            <a:ext cx="1998150" cy="1107996"/>
          </a:xfrm>
          <a:prstGeom prst="rect">
            <a:avLst/>
          </a:prstGeom>
        </p:spPr>
        <p:txBody>
          <a:bodyPr wrap="square" lIns="0" tIns="0" rIns="0" bIns="0" anchor="t" anchorCtr="0">
            <a:spAutoFit/>
          </a:bodyPr>
          <a:lstStyle>
            <a:lvl1pPr marL="0" indent="0" algn="l">
              <a:lnSpc>
                <a:spcPct val="100000"/>
              </a:lnSpc>
              <a:spcBef>
                <a:spcPts val="0"/>
              </a:spcBef>
              <a:buFontTx/>
              <a:buNone/>
              <a:defRPr sz="7200">
                <a:solidFill>
                  <a:schemeClr val="bg2"/>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00</a:t>
            </a:r>
          </a:p>
        </p:txBody>
      </p:sp>
      <p:cxnSp>
        <p:nvCxnSpPr>
          <p:cNvPr id="78" name="Straight Connector 13">
            <a:extLst>
              <a:ext uri="{FF2B5EF4-FFF2-40B4-BE49-F238E27FC236}">
                <a16:creationId xmlns:a16="http://schemas.microsoft.com/office/drawing/2014/main" id="{1319C3BA-8391-1145-3463-BCF1F39D971C}"/>
              </a:ext>
            </a:extLst>
          </p:cNvPr>
          <p:cNvCxnSpPr>
            <a:cxnSpLocks/>
          </p:cNvCxnSpPr>
          <p:nvPr userDrawn="1"/>
        </p:nvCxnSpPr>
        <p:spPr>
          <a:xfrm flipV="1">
            <a:off x="9603342" y="1"/>
            <a:ext cx="0" cy="6200774"/>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5" name="Título 1"/>
          <p:cNvSpPr>
            <a:spLocks noGrp="1"/>
          </p:cNvSpPr>
          <p:nvPr>
            <p:ph type="title" hasCustomPrompt="1"/>
          </p:nvPr>
        </p:nvSpPr>
        <p:spPr>
          <a:xfrm>
            <a:off x="336550" y="1268760"/>
            <a:ext cx="8639482" cy="2520280"/>
          </a:xfrm>
        </p:spPr>
        <p:txBody>
          <a:bodyPr anchor="b"/>
          <a:lstStyle>
            <a:lvl1pPr>
              <a:defRPr sz="3600">
                <a:solidFill>
                  <a:schemeClr val="bg2"/>
                </a:solidFill>
              </a:defRPr>
            </a:lvl1pPr>
          </a:lstStyle>
          <a:p>
            <a:r>
              <a:rPr lang="es-ES" dirty="0"/>
              <a:t>Escribe aquí el título de la separata principal</a:t>
            </a:r>
          </a:p>
        </p:txBody>
      </p:sp>
      <p:sp>
        <p:nvSpPr>
          <p:cNvPr id="16" name="Subtítulo 2"/>
          <p:cNvSpPr>
            <a:spLocks noGrp="1"/>
          </p:cNvSpPr>
          <p:nvPr>
            <p:ph type="subTitle" idx="1" hasCustomPrompt="1"/>
          </p:nvPr>
        </p:nvSpPr>
        <p:spPr>
          <a:xfrm>
            <a:off x="336549" y="4149081"/>
            <a:ext cx="8639483" cy="2051694"/>
          </a:xfrm>
          <a:prstGeom prst="rect">
            <a:avLst/>
          </a:prstGeom>
        </p:spPr>
        <p:txBody>
          <a:bodyPr lIns="0" tIns="0" rIns="0" bIns="0">
            <a:noAutofit/>
          </a:bodyPr>
          <a:lstStyle>
            <a:lvl1pPr marL="0" indent="0" algn="l">
              <a:lnSpc>
                <a:spcPct val="100000"/>
              </a:lnSpc>
              <a:spcBef>
                <a:spcPts val="0"/>
              </a:spcBef>
              <a:buNone/>
              <a:defRPr sz="16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Escribe aquí el subtítulo de la separa principal</a:t>
            </a:r>
          </a:p>
        </p:txBody>
      </p:sp>
      <p:sp>
        <p:nvSpPr>
          <p:cNvPr id="3" name="Marcador de número de diapositiva 2"/>
          <p:cNvSpPr>
            <a:spLocks noGrp="1"/>
          </p:cNvSpPr>
          <p:nvPr>
            <p:ph type="sldNum" sz="quarter" idx="12"/>
          </p:nvPr>
        </p:nvSpPr>
        <p:spPr/>
        <p:txBody>
          <a:bodyPr/>
          <a:lstStyle>
            <a:lvl1pPr>
              <a:defRPr>
                <a:solidFill>
                  <a:schemeClr val="bg2"/>
                </a:solidFill>
              </a:defRPr>
            </a:lvl1p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41568591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PARATA - Secundaria+Imagen">
    <p:bg>
      <p:bgPr>
        <a:solidFill>
          <a:schemeClr val="accent1"/>
        </a:solidFill>
        <a:effectLst/>
      </p:bgPr>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6551" y="1268976"/>
            <a:ext cx="6479458" cy="1080866"/>
          </a:xfrm>
        </p:spPr>
        <p:txBody>
          <a:bodyPr anchor="t"/>
          <a:lstStyle>
            <a:lvl1pPr>
              <a:defRPr sz="3600">
                <a:solidFill>
                  <a:schemeClr val="bg2"/>
                </a:solidFill>
              </a:defRPr>
            </a:lvl1pPr>
          </a:lstStyle>
          <a:p>
            <a:r>
              <a:rPr lang="es-ES" dirty="0"/>
              <a:t>Escribe aquí el título de la separata secundaria</a:t>
            </a:r>
          </a:p>
        </p:txBody>
      </p:sp>
      <p:grpSp>
        <p:nvGrpSpPr>
          <p:cNvPr id="10"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6550" y="334963"/>
            <a:ext cx="1800000" cy="213256"/>
            <a:chOff x="820" y="1804"/>
            <a:chExt cx="6035" cy="715"/>
          </a:xfrm>
          <a:solidFill>
            <a:schemeClr val="bg1"/>
          </a:solidFill>
        </p:grpSpPr>
        <p:sp>
          <p:nvSpPr>
            <p:cNvPr id="11"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2"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3"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14" name="Text Placeholder 15">
            <a:extLst>
              <a:ext uri="{FF2B5EF4-FFF2-40B4-BE49-F238E27FC236}">
                <a16:creationId xmlns:a16="http://schemas.microsoft.com/office/drawing/2014/main" id="{5AC589BE-C7ED-FFDF-45BE-6D021BB1F209}"/>
              </a:ext>
            </a:extLst>
          </p:cNvPr>
          <p:cNvSpPr>
            <a:spLocks noGrp="1"/>
          </p:cNvSpPr>
          <p:nvPr>
            <p:ph type="body" sz="quarter" idx="10" hasCustomPrompt="1"/>
          </p:nvPr>
        </p:nvSpPr>
        <p:spPr>
          <a:xfrm>
            <a:off x="9857301" y="334963"/>
            <a:ext cx="1998150" cy="1107996"/>
          </a:xfrm>
          <a:prstGeom prst="rect">
            <a:avLst/>
          </a:prstGeom>
        </p:spPr>
        <p:txBody>
          <a:bodyPr wrap="square" lIns="0" tIns="0" rIns="0" bIns="0" anchor="t" anchorCtr="0">
            <a:spAutoFit/>
          </a:bodyPr>
          <a:lstStyle>
            <a:lvl1pPr marL="0" indent="0" algn="l">
              <a:lnSpc>
                <a:spcPct val="100000"/>
              </a:lnSpc>
              <a:spcBef>
                <a:spcPts val="0"/>
              </a:spcBef>
              <a:buFontTx/>
              <a:buNone/>
              <a:defRPr sz="7200">
                <a:solidFill>
                  <a:schemeClr val="bg2"/>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00</a:t>
            </a:r>
          </a:p>
        </p:txBody>
      </p:sp>
      <p:sp>
        <p:nvSpPr>
          <p:cNvPr id="59" name="Subtítulo 2"/>
          <p:cNvSpPr>
            <a:spLocks noGrp="1"/>
          </p:cNvSpPr>
          <p:nvPr>
            <p:ph type="subTitle" idx="1" hasCustomPrompt="1"/>
          </p:nvPr>
        </p:nvSpPr>
        <p:spPr>
          <a:xfrm>
            <a:off x="336550" y="2709846"/>
            <a:ext cx="6479458" cy="450006"/>
          </a:xfrm>
          <a:prstGeom prst="rect">
            <a:avLst/>
          </a:prstGeom>
        </p:spPr>
        <p:txBody>
          <a:bodyPr lIns="0" tIns="0" rIns="0" bIns="0">
            <a:noAutofit/>
          </a:bodyPr>
          <a:lstStyle>
            <a:lvl1pPr marL="0" indent="0" algn="l">
              <a:lnSpc>
                <a:spcPct val="100000"/>
              </a:lnSpc>
              <a:spcBef>
                <a:spcPts val="0"/>
              </a:spcBef>
              <a:buNone/>
              <a:defRPr sz="16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Escribe aquí el subtítulo de la separa principal</a:t>
            </a:r>
          </a:p>
        </p:txBody>
      </p:sp>
      <p:cxnSp>
        <p:nvCxnSpPr>
          <p:cNvPr id="78" name="Straight Connector 13">
            <a:extLst>
              <a:ext uri="{FF2B5EF4-FFF2-40B4-BE49-F238E27FC236}">
                <a16:creationId xmlns:a16="http://schemas.microsoft.com/office/drawing/2014/main" id="{1319C3BA-8391-1145-3463-BCF1F39D971C}"/>
              </a:ext>
            </a:extLst>
          </p:cNvPr>
          <p:cNvCxnSpPr>
            <a:cxnSpLocks/>
          </p:cNvCxnSpPr>
          <p:nvPr userDrawn="1"/>
        </p:nvCxnSpPr>
        <p:spPr>
          <a:xfrm flipV="1">
            <a:off x="9603342" y="1"/>
            <a:ext cx="0" cy="6200774"/>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13">
            <a:extLst>
              <a:ext uri="{FF2B5EF4-FFF2-40B4-BE49-F238E27FC236}">
                <a16:creationId xmlns:a16="http://schemas.microsoft.com/office/drawing/2014/main" id="{1319C3BA-8391-1145-3463-BCF1F39D971C}"/>
              </a:ext>
            </a:extLst>
          </p:cNvPr>
          <p:cNvCxnSpPr>
            <a:cxnSpLocks/>
          </p:cNvCxnSpPr>
          <p:nvPr userDrawn="1"/>
        </p:nvCxnSpPr>
        <p:spPr>
          <a:xfrm flipV="1">
            <a:off x="7265481" y="1"/>
            <a:ext cx="0" cy="6200774"/>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6" name="Marcador de posición de imagen 15"/>
          <p:cNvSpPr>
            <a:spLocks noGrp="1"/>
          </p:cNvSpPr>
          <p:nvPr>
            <p:ph type="pic" sz="quarter" idx="16" hasCustomPrompt="1"/>
          </p:nvPr>
        </p:nvSpPr>
        <p:spPr>
          <a:xfrm>
            <a:off x="336552" y="3429003"/>
            <a:ext cx="6674969" cy="2771772"/>
          </a:xfrm>
          <a:custGeom>
            <a:avLst/>
            <a:gdLst>
              <a:gd name="connsiteX0" fmla="*/ 143999 w 6674969"/>
              <a:gd name="connsiteY0" fmla="*/ 0 h 2771772"/>
              <a:gd name="connsiteX1" fmla="*/ 6530968 w 6674969"/>
              <a:gd name="connsiteY1" fmla="*/ 0 h 2771772"/>
              <a:gd name="connsiteX2" fmla="*/ 6674969 w 6674969"/>
              <a:gd name="connsiteY2" fmla="*/ 144000 h 2771772"/>
              <a:gd name="connsiteX3" fmla="*/ 6674969 w 6674969"/>
              <a:gd name="connsiteY3" fmla="*/ 2627772 h 2771772"/>
              <a:gd name="connsiteX4" fmla="*/ 6530968 w 6674969"/>
              <a:gd name="connsiteY4" fmla="*/ 2771772 h 2771772"/>
              <a:gd name="connsiteX5" fmla="*/ 143999 w 6674969"/>
              <a:gd name="connsiteY5" fmla="*/ 2771772 h 2771772"/>
              <a:gd name="connsiteX6" fmla="*/ 0 w 6674969"/>
              <a:gd name="connsiteY6" fmla="*/ 2627773 h 2771772"/>
              <a:gd name="connsiteX7" fmla="*/ 0 w 6674969"/>
              <a:gd name="connsiteY7" fmla="*/ 143999 h 277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4969" h="2771772">
                <a:moveTo>
                  <a:pt x="143999" y="0"/>
                </a:moveTo>
                <a:lnTo>
                  <a:pt x="6530968" y="0"/>
                </a:lnTo>
                <a:lnTo>
                  <a:pt x="6674969" y="144000"/>
                </a:lnTo>
                <a:lnTo>
                  <a:pt x="6674969" y="2627772"/>
                </a:lnTo>
                <a:lnTo>
                  <a:pt x="6530968" y="2771772"/>
                </a:lnTo>
                <a:lnTo>
                  <a:pt x="143999" y="2771772"/>
                </a:lnTo>
                <a:lnTo>
                  <a:pt x="0" y="2627773"/>
                </a:lnTo>
                <a:lnTo>
                  <a:pt x="0" y="143999"/>
                </a:lnTo>
                <a:close/>
              </a:path>
            </a:pathLst>
          </a:custGeom>
        </p:spPr>
        <p:txBody>
          <a:bodyPr wrap="square" anchor="ctr">
            <a:noAutofit/>
          </a:bodyPr>
          <a:lstStyle>
            <a:lvl1pPr marL="0" marR="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solidFill>
                  <a:schemeClr val="bg2"/>
                </a:solidFill>
              </a:defRPr>
            </a:lvl1pPr>
          </a:lstStyle>
          <a:p>
            <a:r>
              <a:rPr lang="es-ES" dirty="0"/>
              <a:t>Haga clic en el icono </a:t>
            </a:r>
            <a:br>
              <a:rPr lang="es-ES" dirty="0"/>
            </a:br>
            <a:r>
              <a:rPr lang="es-ES" dirty="0"/>
              <a:t>para agregar una imagen</a:t>
            </a:r>
          </a:p>
        </p:txBody>
      </p:sp>
      <p:sp>
        <p:nvSpPr>
          <p:cNvPr id="4" name="Marcador de número de diapositiva 3"/>
          <p:cNvSpPr>
            <a:spLocks noGrp="1"/>
          </p:cNvSpPr>
          <p:nvPr>
            <p:ph type="sldNum" sz="quarter" idx="18"/>
          </p:nvPr>
        </p:nvSpPr>
        <p:spPr/>
        <p:txBody>
          <a:bodyPr/>
          <a:lstStyle>
            <a:lvl1pPr>
              <a:defRPr>
                <a:solidFill>
                  <a:schemeClr val="bg2"/>
                </a:solidFill>
              </a:defRPr>
            </a:lvl1p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10025216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IDO - Texto - Amazónico">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4" name="Título 3"/>
          <p:cNvSpPr>
            <a:spLocks noGrp="1"/>
          </p:cNvSpPr>
          <p:nvPr>
            <p:ph type="title" hasCustomPrompt="1"/>
          </p:nvPr>
        </p:nvSpPr>
        <p:spPr>
          <a:xfrm>
            <a:off x="336550" y="334964"/>
            <a:ext cx="11518900" cy="844011"/>
          </a:xfrm>
        </p:spPr>
        <p:txBody>
          <a:bodyPr/>
          <a:lstStyle>
            <a:lvl1pPr>
              <a:defRPr baseline="0"/>
            </a:lvl1pPr>
          </a:lstStyle>
          <a:p>
            <a:r>
              <a:rPr lang="es-ES" dirty="0"/>
              <a:t>Escribe aquí el título principal de la diapositiva</a:t>
            </a:r>
          </a:p>
        </p:txBody>
      </p:sp>
      <p:sp>
        <p:nvSpPr>
          <p:cNvPr id="10" name="Text Placeholder 12">
            <a:extLst>
              <a:ext uri="{FF2B5EF4-FFF2-40B4-BE49-F238E27FC236}">
                <a16:creationId xmlns:a16="http://schemas.microsoft.com/office/drawing/2014/main" id="{760FFBBE-ADBD-0E1A-7872-BCD0D7AE3CF7}"/>
              </a:ext>
            </a:extLst>
          </p:cNvPr>
          <p:cNvSpPr>
            <a:spLocks noGrp="1"/>
          </p:cNvSpPr>
          <p:nvPr>
            <p:ph type="body" sz="quarter" idx="14" hasCustomPrompt="1"/>
          </p:nvPr>
        </p:nvSpPr>
        <p:spPr>
          <a:xfrm>
            <a:off x="335360" y="1268978"/>
            <a:ext cx="11521678" cy="630006"/>
          </a:xfrm>
          <a:prstGeom prst="rect">
            <a:avLst/>
          </a:prstGeom>
        </p:spPr>
        <p:txBody>
          <a:bodyPr lIns="0" tIns="0" rIns="0" bIns="0">
            <a:noAutofit/>
          </a:bodyPr>
          <a:lstStyle>
            <a:lvl1pPr marL="0" indent="0">
              <a:lnSpc>
                <a:spcPct val="100000"/>
              </a:lnSpc>
              <a:spcBef>
                <a:spcPts val="0"/>
              </a:spcBef>
              <a:buNone/>
              <a:defRPr sz="1600">
                <a:solidFill>
                  <a:schemeClr val="tx1"/>
                </a:solidFill>
              </a:defRPr>
            </a:lvl1pPr>
          </a:lstStyle>
          <a:p>
            <a:pPr lvl="0"/>
            <a:r>
              <a:rPr lang="es-ES" dirty="0"/>
              <a:t>Escribe aquí el subtítulo de la diapositiva</a:t>
            </a:r>
            <a:endParaRPr lang="en-GB" noProof="1"/>
          </a:p>
        </p:txBody>
      </p:sp>
      <p:sp>
        <p:nvSpPr>
          <p:cNvPr id="12" name="Marcador de texto 11"/>
          <p:cNvSpPr>
            <a:spLocks noGrp="1"/>
          </p:cNvSpPr>
          <p:nvPr>
            <p:ph type="body" sz="quarter" idx="15" hasCustomPrompt="1"/>
          </p:nvPr>
        </p:nvSpPr>
        <p:spPr>
          <a:xfrm>
            <a:off x="335360" y="1988988"/>
            <a:ext cx="11520090" cy="4211788"/>
          </a:xfrm>
          <a:prstGeom prst="rect">
            <a:avLst/>
          </a:prstGeom>
        </p:spPr>
        <p:txBody>
          <a:bodyPr lIns="0" tIns="0" rIns="0" bIns="0">
            <a:noAutofit/>
          </a:bodyPr>
          <a:lstStyle>
            <a:lvl1pPr marL="0" indent="0">
              <a:lnSpc>
                <a:spcPct val="100000"/>
              </a:lnSpc>
              <a:spcBef>
                <a:spcPts val="0"/>
              </a:spcBef>
              <a:spcAft>
                <a:spcPts val="1200"/>
              </a:spcAft>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el contenido de la diapositiva</a:t>
            </a:r>
          </a:p>
        </p:txBody>
      </p:sp>
      <p:sp>
        <p:nvSpPr>
          <p:cNvPr id="11" name="Marcador de pie de página 10"/>
          <p:cNvSpPr>
            <a:spLocks noGrp="1"/>
          </p:cNvSpPr>
          <p:nvPr>
            <p:ph type="ftr" sz="quarter" idx="16"/>
          </p:nvPr>
        </p:nvSpPr>
        <p:spPr/>
        <p:txBody>
          <a:bodyPr/>
          <a:lstStyle/>
          <a:p>
            <a:r>
              <a:rPr lang="es-ES"/>
              <a:t>Pie de página • Edítalo según tus necesidades </a:t>
            </a:r>
            <a:endParaRPr lang="es-ES" dirty="0"/>
          </a:p>
        </p:txBody>
      </p:sp>
      <p:sp>
        <p:nvSpPr>
          <p:cNvPr id="13" name="Marcador de número de diapositiva 12"/>
          <p:cNvSpPr>
            <a:spLocks noGrp="1"/>
          </p:cNvSpPr>
          <p:nvPr>
            <p:ph type="sldNum" sz="quarter" idx="17"/>
          </p:nvPr>
        </p:nvSpPr>
        <p:spPr/>
        <p:txBody>
          <a:body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3706466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IDO - Texto+Antetítulo - Amazónico">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4" name="Título 3"/>
          <p:cNvSpPr>
            <a:spLocks noGrp="1"/>
          </p:cNvSpPr>
          <p:nvPr>
            <p:ph type="title" hasCustomPrompt="1"/>
          </p:nvPr>
        </p:nvSpPr>
        <p:spPr>
          <a:xfrm>
            <a:off x="335936" y="638969"/>
            <a:ext cx="11518900" cy="844011"/>
          </a:xfrm>
        </p:spPr>
        <p:txBody>
          <a:bodyPr/>
          <a:lstStyle>
            <a:lvl1pPr>
              <a:defRPr baseline="0"/>
            </a:lvl1pPr>
          </a:lstStyle>
          <a:p>
            <a:r>
              <a:rPr lang="es-ES" dirty="0"/>
              <a:t>Escribe aquí el título principal de la diapositiva</a:t>
            </a:r>
          </a:p>
        </p:txBody>
      </p:sp>
      <p:sp>
        <p:nvSpPr>
          <p:cNvPr id="10" name="Text Placeholder 12">
            <a:extLst>
              <a:ext uri="{FF2B5EF4-FFF2-40B4-BE49-F238E27FC236}">
                <a16:creationId xmlns:a16="http://schemas.microsoft.com/office/drawing/2014/main" id="{760FFBBE-ADBD-0E1A-7872-BCD0D7AE3CF7}"/>
              </a:ext>
            </a:extLst>
          </p:cNvPr>
          <p:cNvSpPr>
            <a:spLocks noGrp="1"/>
          </p:cNvSpPr>
          <p:nvPr>
            <p:ph type="body" sz="quarter" idx="14" hasCustomPrompt="1"/>
          </p:nvPr>
        </p:nvSpPr>
        <p:spPr>
          <a:xfrm>
            <a:off x="334746" y="1572983"/>
            <a:ext cx="11521678" cy="630006"/>
          </a:xfrm>
          <a:prstGeom prst="rect">
            <a:avLst/>
          </a:prstGeom>
        </p:spPr>
        <p:txBody>
          <a:bodyPr lIns="0" tIns="0" rIns="0" bIns="0">
            <a:noAutofit/>
          </a:bodyPr>
          <a:lstStyle>
            <a:lvl1pPr marL="0" indent="0">
              <a:lnSpc>
                <a:spcPct val="100000"/>
              </a:lnSpc>
              <a:spcBef>
                <a:spcPts val="0"/>
              </a:spcBef>
              <a:buNone/>
              <a:defRPr sz="1600">
                <a:solidFill>
                  <a:schemeClr val="tx1"/>
                </a:solidFill>
              </a:defRPr>
            </a:lvl1pPr>
          </a:lstStyle>
          <a:p>
            <a:pPr lvl="0"/>
            <a:r>
              <a:rPr lang="es-ES" dirty="0"/>
              <a:t>Escribe aquí el subtítulo de la diapositiva</a:t>
            </a:r>
            <a:endParaRPr lang="en-GB" noProof="1"/>
          </a:p>
        </p:txBody>
      </p:sp>
      <p:sp>
        <p:nvSpPr>
          <p:cNvPr id="12" name="Marcador de texto 11"/>
          <p:cNvSpPr>
            <a:spLocks noGrp="1"/>
          </p:cNvSpPr>
          <p:nvPr>
            <p:ph type="body" sz="quarter" idx="15" hasCustomPrompt="1"/>
          </p:nvPr>
        </p:nvSpPr>
        <p:spPr>
          <a:xfrm>
            <a:off x="334746" y="2292993"/>
            <a:ext cx="11520090" cy="3907782"/>
          </a:xfrm>
          <a:prstGeom prst="rect">
            <a:avLst/>
          </a:prstGeom>
        </p:spPr>
        <p:txBody>
          <a:bodyPr lIns="0" tIns="0" rIns="0" bIns="0">
            <a:noAutofit/>
          </a:bodyPr>
          <a:lstStyle>
            <a:lvl1pPr marL="0" indent="0">
              <a:lnSpc>
                <a:spcPct val="100000"/>
              </a:lnSpc>
              <a:spcBef>
                <a:spcPts val="0"/>
              </a:spcBef>
              <a:spcAft>
                <a:spcPts val="1200"/>
              </a:spcAft>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el contenido de la diapositiva</a:t>
            </a:r>
          </a:p>
        </p:txBody>
      </p:sp>
      <p:sp>
        <p:nvSpPr>
          <p:cNvPr id="11" name="Marcador de texto 10"/>
          <p:cNvSpPr>
            <a:spLocks noGrp="1"/>
          </p:cNvSpPr>
          <p:nvPr>
            <p:ph type="body" sz="quarter" idx="16" hasCustomPrompt="1"/>
          </p:nvPr>
        </p:nvSpPr>
        <p:spPr>
          <a:xfrm>
            <a:off x="336550" y="334963"/>
            <a:ext cx="5761037" cy="184666"/>
          </a:xfrm>
        </p:spPr>
        <p:txBody>
          <a:bodyPr>
            <a:spAutoFit/>
          </a:bodyPr>
          <a:lstStyle>
            <a:lvl1pPr marL="0" indent="0">
              <a:buNone/>
              <a:defRPr cap="all" baseline="0"/>
            </a:lvl1pPr>
            <a:lvl2pPr marL="457200" indent="0">
              <a:buNone/>
              <a:defRPr/>
            </a:lvl2pPr>
            <a:lvl3pPr marL="914400" indent="0">
              <a:buNone/>
              <a:defRPr/>
            </a:lvl3pPr>
            <a:lvl4pPr marL="1371600" indent="0">
              <a:buNone/>
              <a:defRPr/>
            </a:lvl4pPr>
            <a:lvl5pPr marL="1828800" indent="0">
              <a:buNone/>
              <a:defRPr/>
            </a:lvl5pPr>
          </a:lstStyle>
          <a:p>
            <a:pPr lvl="0"/>
            <a:r>
              <a:rPr lang="en-GB" noProof="1"/>
              <a:t>ESCRIBE  AQUÍ EL ANTETÍTULO</a:t>
            </a:r>
          </a:p>
        </p:txBody>
      </p:sp>
      <p:sp>
        <p:nvSpPr>
          <p:cNvPr id="2" name="Marcador de pie de página 1"/>
          <p:cNvSpPr>
            <a:spLocks noGrp="1"/>
          </p:cNvSpPr>
          <p:nvPr>
            <p:ph type="ftr" sz="quarter" idx="17"/>
          </p:nvPr>
        </p:nvSpPr>
        <p:spPr/>
        <p:txBody>
          <a:bodyPr/>
          <a:lstStyle/>
          <a:p>
            <a:r>
              <a:rPr lang="es-ES"/>
              <a:t>Pie de página • Edítalo según tus necesidades </a:t>
            </a:r>
            <a:endParaRPr lang="es-ES" dirty="0"/>
          </a:p>
        </p:txBody>
      </p:sp>
      <p:sp>
        <p:nvSpPr>
          <p:cNvPr id="13" name="Marcador de número de diapositiva 12"/>
          <p:cNvSpPr>
            <a:spLocks noGrp="1"/>
          </p:cNvSpPr>
          <p:nvPr>
            <p:ph type="sldNum" sz="quarter" idx="18"/>
          </p:nvPr>
        </p:nvSpPr>
        <p:spPr/>
        <p:txBody>
          <a:body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4161054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IDO - Texto - Cerámica">
    <p:bg>
      <p:bgRef idx="1001">
        <a:schemeClr val="bg2"/>
      </p:bgRef>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4" name="Título 3"/>
          <p:cNvSpPr>
            <a:spLocks noGrp="1"/>
          </p:cNvSpPr>
          <p:nvPr>
            <p:ph type="title" hasCustomPrompt="1"/>
          </p:nvPr>
        </p:nvSpPr>
        <p:spPr>
          <a:xfrm>
            <a:off x="336550" y="334964"/>
            <a:ext cx="11518900" cy="844011"/>
          </a:xfrm>
        </p:spPr>
        <p:txBody>
          <a:bodyPr/>
          <a:lstStyle>
            <a:lvl1pPr>
              <a:defRPr baseline="0"/>
            </a:lvl1pPr>
          </a:lstStyle>
          <a:p>
            <a:r>
              <a:rPr lang="es-ES" dirty="0"/>
              <a:t>Escribe aquí el título principal de la diapositiva</a:t>
            </a:r>
          </a:p>
        </p:txBody>
      </p:sp>
      <p:sp>
        <p:nvSpPr>
          <p:cNvPr id="10" name="Text Placeholder 12">
            <a:extLst>
              <a:ext uri="{FF2B5EF4-FFF2-40B4-BE49-F238E27FC236}">
                <a16:creationId xmlns:a16="http://schemas.microsoft.com/office/drawing/2014/main" id="{760FFBBE-ADBD-0E1A-7872-BCD0D7AE3CF7}"/>
              </a:ext>
            </a:extLst>
          </p:cNvPr>
          <p:cNvSpPr>
            <a:spLocks noGrp="1"/>
          </p:cNvSpPr>
          <p:nvPr>
            <p:ph type="body" sz="quarter" idx="14" hasCustomPrompt="1"/>
          </p:nvPr>
        </p:nvSpPr>
        <p:spPr>
          <a:xfrm>
            <a:off x="335360" y="1268978"/>
            <a:ext cx="11521678" cy="630006"/>
          </a:xfrm>
          <a:prstGeom prst="rect">
            <a:avLst/>
          </a:prstGeom>
        </p:spPr>
        <p:txBody>
          <a:bodyPr lIns="0" tIns="0" rIns="0" bIns="0">
            <a:noAutofit/>
          </a:bodyPr>
          <a:lstStyle>
            <a:lvl1pPr marL="0" indent="0">
              <a:lnSpc>
                <a:spcPct val="100000"/>
              </a:lnSpc>
              <a:spcBef>
                <a:spcPts val="0"/>
              </a:spcBef>
              <a:buNone/>
              <a:defRPr sz="1600">
                <a:solidFill>
                  <a:schemeClr val="tx1"/>
                </a:solidFill>
              </a:defRPr>
            </a:lvl1pPr>
          </a:lstStyle>
          <a:p>
            <a:pPr lvl="0"/>
            <a:r>
              <a:rPr lang="es-ES" dirty="0"/>
              <a:t>Escribe aquí el subtítulo de la diapositiva</a:t>
            </a:r>
            <a:endParaRPr lang="en-GB" noProof="1"/>
          </a:p>
        </p:txBody>
      </p:sp>
      <p:sp>
        <p:nvSpPr>
          <p:cNvPr id="12" name="Marcador de texto 11"/>
          <p:cNvSpPr>
            <a:spLocks noGrp="1"/>
          </p:cNvSpPr>
          <p:nvPr>
            <p:ph type="body" sz="quarter" idx="15" hasCustomPrompt="1"/>
          </p:nvPr>
        </p:nvSpPr>
        <p:spPr>
          <a:xfrm>
            <a:off x="335360" y="1988987"/>
            <a:ext cx="11520090" cy="4211789"/>
          </a:xfrm>
          <a:prstGeom prst="rect">
            <a:avLst/>
          </a:prstGeom>
        </p:spPr>
        <p:txBody>
          <a:bodyPr lIns="0" tIns="0" rIns="0" bIns="0">
            <a:noAutofit/>
          </a:bodyPr>
          <a:lstStyle>
            <a:lvl1pPr marL="0" indent="0">
              <a:lnSpc>
                <a:spcPct val="100000"/>
              </a:lnSpc>
              <a:spcBef>
                <a:spcPts val="0"/>
              </a:spcBef>
              <a:spcAft>
                <a:spcPts val="1200"/>
              </a:spcAft>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el contenido de la diapositiva</a:t>
            </a:r>
          </a:p>
        </p:txBody>
      </p:sp>
      <p:sp>
        <p:nvSpPr>
          <p:cNvPr id="2" name="Marcador de pie de página 1"/>
          <p:cNvSpPr>
            <a:spLocks noGrp="1"/>
          </p:cNvSpPr>
          <p:nvPr>
            <p:ph type="ftr" sz="quarter" idx="16"/>
          </p:nvPr>
        </p:nvSpPr>
        <p:spPr/>
        <p:txBody>
          <a:bodyPr/>
          <a:lstStyle/>
          <a:p>
            <a:r>
              <a:rPr lang="es-ES"/>
              <a:t>Pie de página • Edítalo según tus necesidades </a:t>
            </a:r>
            <a:endParaRPr lang="es-ES" dirty="0"/>
          </a:p>
        </p:txBody>
      </p:sp>
      <p:sp>
        <p:nvSpPr>
          <p:cNvPr id="11" name="Marcador de número de diapositiva 10"/>
          <p:cNvSpPr>
            <a:spLocks noGrp="1"/>
          </p:cNvSpPr>
          <p:nvPr>
            <p:ph type="sldNum" sz="quarter" idx="17"/>
          </p:nvPr>
        </p:nvSpPr>
        <p:spPr/>
        <p:txBody>
          <a:bodyPr/>
          <a:lstStyle>
            <a:lvl1pPr>
              <a:defRPr>
                <a:solidFill>
                  <a:schemeClr val="tx1"/>
                </a:solidFill>
              </a:defRPr>
            </a:lvl1p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19601598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IDO - Texto+Antetítulo - Cerámica">
    <p:bg>
      <p:bgRef idx="1001">
        <a:schemeClr val="bg2"/>
      </p:bgRef>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4" name="Título 3"/>
          <p:cNvSpPr>
            <a:spLocks noGrp="1"/>
          </p:cNvSpPr>
          <p:nvPr>
            <p:ph type="title" hasCustomPrompt="1"/>
          </p:nvPr>
        </p:nvSpPr>
        <p:spPr>
          <a:xfrm>
            <a:off x="335936" y="638969"/>
            <a:ext cx="11518900" cy="844011"/>
          </a:xfrm>
        </p:spPr>
        <p:txBody>
          <a:bodyPr/>
          <a:lstStyle>
            <a:lvl1pPr>
              <a:defRPr baseline="0"/>
            </a:lvl1pPr>
          </a:lstStyle>
          <a:p>
            <a:r>
              <a:rPr lang="es-ES" dirty="0"/>
              <a:t>Escribe aquí el título principal de la diapositiva</a:t>
            </a:r>
          </a:p>
        </p:txBody>
      </p:sp>
      <p:sp>
        <p:nvSpPr>
          <p:cNvPr id="10" name="Text Placeholder 12">
            <a:extLst>
              <a:ext uri="{FF2B5EF4-FFF2-40B4-BE49-F238E27FC236}">
                <a16:creationId xmlns:a16="http://schemas.microsoft.com/office/drawing/2014/main" id="{760FFBBE-ADBD-0E1A-7872-BCD0D7AE3CF7}"/>
              </a:ext>
            </a:extLst>
          </p:cNvPr>
          <p:cNvSpPr>
            <a:spLocks noGrp="1"/>
          </p:cNvSpPr>
          <p:nvPr>
            <p:ph type="body" sz="quarter" idx="14" hasCustomPrompt="1"/>
          </p:nvPr>
        </p:nvSpPr>
        <p:spPr>
          <a:xfrm>
            <a:off x="334746" y="1572983"/>
            <a:ext cx="11521678" cy="630006"/>
          </a:xfrm>
          <a:prstGeom prst="rect">
            <a:avLst/>
          </a:prstGeom>
        </p:spPr>
        <p:txBody>
          <a:bodyPr lIns="0" tIns="0" rIns="0" bIns="0">
            <a:noAutofit/>
          </a:bodyPr>
          <a:lstStyle>
            <a:lvl1pPr marL="0" indent="0">
              <a:lnSpc>
                <a:spcPct val="100000"/>
              </a:lnSpc>
              <a:spcBef>
                <a:spcPts val="0"/>
              </a:spcBef>
              <a:buNone/>
              <a:defRPr sz="1600">
                <a:solidFill>
                  <a:schemeClr val="tx1"/>
                </a:solidFill>
              </a:defRPr>
            </a:lvl1pPr>
          </a:lstStyle>
          <a:p>
            <a:pPr lvl="0"/>
            <a:r>
              <a:rPr lang="es-ES" dirty="0"/>
              <a:t>Escribe aquí el subtítulo de la diapositiva</a:t>
            </a:r>
            <a:endParaRPr lang="en-GB" noProof="1"/>
          </a:p>
        </p:txBody>
      </p:sp>
      <p:sp>
        <p:nvSpPr>
          <p:cNvPr id="12" name="Marcador de texto 11"/>
          <p:cNvSpPr>
            <a:spLocks noGrp="1"/>
          </p:cNvSpPr>
          <p:nvPr>
            <p:ph type="body" sz="quarter" idx="15" hasCustomPrompt="1"/>
          </p:nvPr>
        </p:nvSpPr>
        <p:spPr>
          <a:xfrm>
            <a:off x="334746" y="2292993"/>
            <a:ext cx="11520090" cy="3907782"/>
          </a:xfrm>
          <a:prstGeom prst="rect">
            <a:avLst/>
          </a:prstGeom>
        </p:spPr>
        <p:txBody>
          <a:bodyPr lIns="0" tIns="0" rIns="0" bIns="0">
            <a:noAutofit/>
          </a:bodyPr>
          <a:lstStyle>
            <a:lvl1pPr marL="0" indent="0">
              <a:lnSpc>
                <a:spcPct val="100000"/>
              </a:lnSpc>
              <a:spcBef>
                <a:spcPts val="0"/>
              </a:spcBef>
              <a:spcAft>
                <a:spcPts val="1200"/>
              </a:spcAft>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el contenido de la diapositiva</a:t>
            </a:r>
          </a:p>
        </p:txBody>
      </p:sp>
      <p:sp>
        <p:nvSpPr>
          <p:cNvPr id="11" name="Marcador de texto 10"/>
          <p:cNvSpPr>
            <a:spLocks noGrp="1"/>
          </p:cNvSpPr>
          <p:nvPr>
            <p:ph type="body" sz="quarter" idx="16" hasCustomPrompt="1"/>
          </p:nvPr>
        </p:nvSpPr>
        <p:spPr>
          <a:xfrm>
            <a:off x="336550" y="334963"/>
            <a:ext cx="5761037" cy="184666"/>
          </a:xfrm>
        </p:spPr>
        <p:txBody>
          <a:bodyPr>
            <a:spAutoFit/>
          </a:bodyPr>
          <a:lstStyle>
            <a:lvl1pPr marL="0" indent="0">
              <a:buNone/>
              <a:defRPr cap="all" baseline="0"/>
            </a:lvl1pPr>
            <a:lvl2pPr marL="457200" indent="0">
              <a:buNone/>
              <a:defRPr/>
            </a:lvl2pPr>
            <a:lvl3pPr marL="914400" indent="0">
              <a:buNone/>
              <a:defRPr/>
            </a:lvl3pPr>
            <a:lvl4pPr marL="1371600" indent="0">
              <a:buNone/>
              <a:defRPr/>
            </a:lvl4pPr>
            <a:lvl5pPr marL="1828800" indent="0">
              <a:buNone/>
              <a:defRPr/>
            </a:lvl5pPr>
          </a:lstStyle>
          <a:p>
            <a:pPr lvl="0"/>
            <a:r>
              <a:rPr lang="en-GB" noProof="1"/>
              <a:t>ESCRIBE  AQUÍ EL ANTETÍTULO</a:t>
            </a:r>
          </a:p>
        </p:txBody>
      </p:sp>
      <p:sp>
        <p:nvSpPr>
          <p:cNvPr id="2" name="Marcador de pie de página 1"/>
          <p:cNvSpPr>
            <a:spLocks noGrp="1"/>
          </p:cNvSpPr>
          <p:nvPr>
            <p:ph type="ftr" sz="quarter" idx="17"/>
          </p:nvPr>
        </p:nvSpPr>
        <p:spPr/>
        <p:txBody>
          <a:bodyPr/>
          <a:lstStyle/>
          <a:p>
            <a:r>
              <a:rPr lang="es-ES"/>
              <a:t>Pie de página • Edítalo según tus necesidades </a:t>
            </a:r>
            <a:endParaRPr lang="es-ES" dirty="0"/>
          </a:p>
        </p:txBody>
      </p:sp>
      <p:sp>
        <p:nvSpPr>
          <p:cNvPr id="13" name="Marcador de número de diapositiva 12"/>
          <p:cNvSpPr>
            <a:spLocks noGrp="1"/>
          </p:cNvSpPr>
          <p:nvPr>
            <p:ph type="sldNum" sz="quarter" idx="18"/>
          </p:nvPr>
        </p:nvSpPr>
        <p:spPr/>
        <p:txBody>
          <a:bodyPr/>
          <a:lstStyle>
            <a:lvl1pPr>
              <a:defRPr>
                <a:solidFill>
                  <a:schemeClr val="tx1"/>
                </a:solidFill>
              </a:defRPr>
            </a:lvl1p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18284066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IDO - Texto - Oscuro">
    <p:bg>
      <p:bgRef idx="1001">
        <a:schemeClr val="bg2"/>
      </p:bgRef>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4" name="Título 3"/>
          <p:cNvSpPr>
            <a:spLocks noGrp="1"/>
          </p:cNvSpPr>
          <p:nvPr>
            <p:ph type="title" hasCustomPrompt="1"/>
          </p:nvPr>
        </p:nvSpPr>
        <p:spPr>
          <a:xfrm>
            <a:off x="336550" y="334964"/>
            <a:ext cx="11518900" cy="844011"/>
          </a:xfrm>
        </p:spPr>
        <p:txBody>
          <a:bodyPr/>
          <a:lstStyle>
            <a:lvl1pPr>
              <a:defRPr baseline="0"/>
            </a:lvl1pPr>
          </a:lstStyle>
          <a:p>
            <a:r>
              <a:rPr lang="es-ES" dirty="0"/>
              <a:t>Escribe aquí el título principal de la diapositiva</a:t>
            </a:r>
          </a:p>
        </p:txBody>
      </p:sp>
      <p:sp>
        <p:nvSpPr>
          <p:cNvPr id="10" name="Text Placeholder 12">
            <a:extLst>
              <a:ext uri="{FF2B5EF4-FFF2-40B4-BE49-F238E27FC236}">
                <a16:creationId xmlns:a16="http://schemas.microsoft.com/office/drawing/2014/main" id="{760FFBBE-ADBD-0E1A-7872-BCD0D7AE3CF7}"/>
              </a:ext>
            </a:extLst>
          </p:cNvPr>
          <p:cNvSpPr>
            <a:spLocks noGrp="1"/>
          </p:cNvSpPr>
          <p:nvPr>
            <p:ph type="body" sz="quarter" idx="14" hasCustomPrompt="1"/>
          </p:nvPr>
        </p:nvSpPr>
        <p:spPr>
          <a:xfrm>
            <a:off x="335360" y="1268978"/>
            <a:ext cx="11521678" cy="630006"/>
          </a:xfrm>
          <a:prstGeom prst="rect">
            <a:avLst/>
          </a:prstGeom>
        </p:spPr>
        <p:txBody>
          <a:bodyPr lIns="0" tIns="0" rIns="0" bIns="0">
            <a:noAutofit/>
          </a:bodyPr>
          <a:lstStyle>
            <a:lvl1pPr marL="0" indent="0">
              <a:lnSpc>
                <a:spcPct val="100000"/>
              </a:lnSpc>
              <a:spcBef>
                <a:spcPts val="0"/>
              </a:spcBef>
              <a:buNone/>
              <a:defRPr sz="1600">
                <a:solidFill>
                  <a:schemeClr val="tx1"/>
                </a:solidFill>
              </a:defRPr>
            </a:lvl1pPr>
          </a:lstStyle>
          <a:p>
            <a:pPr lvl="0"/>
            <a:r>
              <a:rPr lang="es-ES" dirty="0"/>
              <a:t>Escribe aquí el subtítulo de la diapositiva</a:t>
            </a:r>
            <a:endParaRPr lang="en-GB" noProof="1"/>
          </a:p>
        </p:txBody>
      </p:sp>
      <p:sp>
        <p:nvSpPr>
          <p:cNvPr id="12" name="Marcador de texto 11"/>
          <p:cNvSpPr>
            <a:spLocks noGrp="1"/>
          </p:cNvSpPr>
          <p:nvPr>
            <p:ph type="body" sz="quarter" idx="15" hasCustomPrompt="1"/>
          </p:nvPr>
        </p:nvSpPr>
        <p:spPr>
          <a:xfrm>
            <a:off x="335360" y="1988987"/>
            <a:ext cx="11520090" cy="4211789"/>
          </a:xfrm>
          <a:prstGeom prst="rect">
            <a:avLst/>
          </a:prstGeom>
        </p:spPr>
        <p:txBody>
          <a:bodyPr lIns="0" tIns="0" rIns="0" bIns="0">
            <a:noAutofit/>
          </a:bodyPr>
          <a:lstStyle>
            <a:lvl1pPr marL="0" indent="0">
              <a:lnSpc>
                <a:spcPct val="100000"/>
              </a:lnSpc>
              <a:spcBef>
                <a:spcPts val="0"/>
              </a:spcBef>
              <a:spcAft>
                <a:spcPts val="1200"/>
              </a:spcAft>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el contenido de la diapositiva</a:t>
            </a:r>
          </a:p>
        </p:txBody>
      </p:sp>
      <p:sp>
        <p:nvSpPr>
          <p:cNvPr id="2" name="Marcador de pie de página 1"/>
          <p:cNvSpPr>
            <a:spLocks noGrp="1"/>
          </p:cNvSpPr>
          <p:nvPr>
            <p:ph type="ftr" sz="quarter" idx="16"/>
          </p:nvPr>
        </p:nvSpPr>
        <p:spPr/>
        <p:txBody>
          <a:bodyPr/>
          <a:lstStyle/>
          <a:p>
            <a:r>
              <a:rPr lang="es-ES"/>
              <a:t>Pie de página • Edítalo según tus necesidades </a:t>
            </a:r>
            <a:endParaRPr lang="es-ES" dirty="0"/>
          </a:p>
        </p:txBody>
      </p:sp>
      <p:sp>
        <p:nvSpPr>
          <p:cNvPr id="11" name="Marcador de número de diapositiva 10"/>
          <p:cNvSpPr>
            <a:spLocks noGrp="1"/>
          </p:cNvSpPr>
          <p:nvPr>
            <p:ph type="sldNum" sz="quarter" idx="17"/>
          </p:nvPr>
        </p:nvSpPr>
        <p:spPr/>
        <p:txBody>
          <a:body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41786203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IDO - Texto+Antetítulo - Oscuro">
    <p:bg>
      <p:bgRef idx="1001">
        <a:schemeClr val="bg2"/>
      </p:bgRef>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4" name="Título 3"/>
          <p:cNvSpPr>
            <a:spLocks noGrp="1"/>
          </p:cNvSpPr>
          <p:nvPr>
            <p:ph type="title" hasCustomPrompt="1"/>
          </p:nvPr>
        </p:nvSpPr>
        <p:spPr>
          <a:xfrm>
            <a:off x="335936" y="638969"/>
            <a:ext cx="11518900" cy="844011"/>
          </a:xfrm>
        </p:spPr>
        <p:txBody>
          <a:bodyPr/>
          <a:lstStyle>
            <a:lvl1pPr>
              <a:defRPr baseline="0"/>
            </a:lvl1pPr>
          </a:lstStyle>
          <a:p>
            <a:r>
              <a:rPr lang="es-ES" dirty="0"/>
              <a:t>Escribe aquí el título principal de la diapositiva</a:t>
            </a:r>
          </a:p>
        </p:txBody>
      </p:sp>
      <p:sp>
        <p:nvSpPr>
          <p:cNvPr id="10" name="Text Placeholder 12">
            <a:extLst>
              <a:ext uri="{FF2B5EF4-FFF2-40B4-BE49-F238E27FC236}">
                <a16:creationId xmlns:a16="http://schemas.microsoft.com/office/drawing/2014/main" id="{760FFBBE-ADBD-0E1A-7872-BCD0D7AE3CF7}"/>
              </a:ext>
            </a:extLst>
          </p:cNvPr>
          <p:cNvSpPr>
            <a:spLocks noGrp="1"/>
          </p:cNvSpPr>
          <p:nvPr>
            <p:ph type="body" sz="quarter" idx="14" hasCustomPrompt="1"/>
          </p:nvPr>
        </p:nvSpPr>
        <p:spPr>
          <a:xfrm>
            <a:off x="334746" y="1572983"/>
            <a:ext cx="11521678" cy="630006"/>
          </a:xfrm>
          <a:prstGeom prst="rect">
            <a:avLst/>
          </a:prstGeom>
        </p:spPr>
        <p:txBody>
          <a:bodyPr lIns="0" tIns="0" rIns="0" bIns="0">
            <a:noAutofit/>
          </a:bodyPr>
          <a:lstStyle>
            <a:lvl1pPr marL="0" indent="0">
              <a:lnSpc>
                <a:spcPct val="100000"/>
              </a:lnSpc>
              <a:spcBef>
                <a:spcPts val="0"/>
              </a:spcBef>
              <a:buNone/>
              <a:defRPr sz="1600">
                <a:solidFill>
                  <a:schemeClr val="tx1"/>
                </a:solidFill>
              </a:defRPr>
            </a:lvl1pPr>
          </a:lstStyle>
          <a:p>
            <a:pPr lvl="0"/>
            <a:r>
              <a:rPr lang="es-ES" dirty="0"/>
              <a:t>Escribe aquí el subtítulo de la diapositiva</a:t>
            </a:r>
            <a:endParaRPr lang="en-GB" noProof="1"/>
          </a:p>
        </p:txBody>
      </p:sp>
      <p:sp>
        <p:nvSpPr>
          <p:cNvPr id="12" name="Marcador de texto 11"/>
          <p:cNvSpPr>
            <a:spLocks noGrp="1"/>
          </p:cNvSpPr>
          <p:nvPr>
            <p:ph type="body" sz="quarter" idx="15" hasCustomPrompt="1"/>
          </p:nvPr>
        </p:nvSpPr>
        <p:spPr>
          <a:xfrm>
            <a:off x="334746" y="2292993"/>
            <a:ext cx="11520090" cy="3907782"/>
          </a:xfrm>
          <a:prstGeom prst="rect">
            <a:avLst/>
          </a:prstGeom>
        </p:spPr>
        <p:txBody>
          <a:bodyPr lIns="0" tIns="0" rIns="0" bIns="0">
            <a:noAutofit/>
          </a:bodyPr>
          <a:lstStyle>
            <a:lvl1pPr marL="0" indent="0">
              <a:lnSpc>
                <a:spcPct val="100000"/>
              </a:lnSpc>
              <a:spcBef>
                <a:spcPts val="0"/>
              </a:spcBef>
              <a:spcAft>
                <a:spcPts val="1200"/>
              </a:spcAft>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el contenido de la diapositiva</a:t>
            </a:r>
          </a:p>
        </p:txBody>
      </p:sp>
      <p:sp>
        <p:nvSpPr>
          <p:cNvPr id="11" name="Marcador de texto 10"/>
          <p:cNvSpPr>
            <a:spLocks noGrp="1"/>
          </p:cNvSpPr>
          <p:nvPr>
            <p:ph type="body" sz="quarter" idx="16" hasCustomPrompt="1"/>
          </p:nvPr>
        </p:nvSpPr>
        <p:spPr>
          <a:xfrm>
            <a:off x="336550" y="334963"/>
            <a:ext cx="5761037" cy="184666"/>
          </a:xfrm>
        </p:spPr>
        <p:txBody>
          <a:bodyPr>
            <a:spAutoFit/>
          </a:bodyPr>
          <a:lstStyle>
            <a:lvl1pPr marL="0" indent="0">
              <a:buNone/>
              <a:defRPr cap="all" baseline="0"/>
            </a:lvl1pPr>
            <a:lvl2pPr marL="457200" indent="0">
              <a:buNone/>
              <a:defRPr/>
            </a:lvl2pPr>
            <a:lvl3pPr marL="914400" indent="0">
              <a:buNone/>
              <a:defRPr/>
            </a:lvl3pPr>
            <a:lvl4pPr marL="1371600" indent="0">
              <a:buNone/>
              <a:defRPr/>
            </a:lvl4pPr>
            <a:lvl5pPr marL="1828800" indent="0">
              <a:buNone/>
              <a:defRPr/>
            </a:lvl5pPr>
          </a:lstStyle>
          <a:p>
            <a:pPr lvl="0"/>
            <a:r>
              <a:rPr lang="en-GB" noProof="1"/>
              <a:t>ESCRIBE  AQUÍ EL ANTETÍTULO</a:t>
            </a:r>
          </a:p>
        </p:txBody>
      </p:sp>
      <p:sp>
        <p:nvSpPr>
          <p:cNvPr id="2" name="Marcador de pie de página 1"/>
          <p:cNvSpPr>
            <a:spLocks noGrp="1"/>
          </p:cNvSpPr>
          <p:nvPr>
            <p:ph type="ftr" sz="quarter" idx="17"/>
          </p:nvPr>
        </p:nvSpPr>
        <p:spPr/>
        <p:txBody>
          <a:bodyPr/>
          <a:lstStyle/>
          <a:p>
            <a:r>
              <a:rPr lang="es-ES"/>
              <a:t>Pie de página • Edítalo según tus necesidades </a:t>
            </a:r>
            <a:endParaRPr lang="es-ES" dirty="0"/>
          </a:p>
        </p:txBody>
      </p:sp>
      <p:sp>
        <p:nvSpPr>
          <p:cNvPr id="13" name="Marcador de número de diapositiva 12"/>
          <p:cNvSpPr>
            <a:spLocks noGrp="1"/>
          </p:cNvSpPr>
          <p:nvPr>
            <p:ph type="sldNum" sz="quarter" idx="18"/>
          </p:nvPr>
        </p:nvSpPr>
        <p:spPr/>
        <p:txBody>
          <a:body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19513855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IDO - Texto - Blanco">
    <p:bg>
      <p:bgRef idx="1001">
        <a:schemeClr val="bg1"/>
      </p:bgRef>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4" name="Título 3"/>
          <p:cNvSpPr>
            <a:spLocks noGrp="1"/>
          </p:cNvSpPr>
          <p:nvPr>
            <p:ph type="title" hasCustomPrompt="1"/>
          </p:nvPr>
        </p:nvSpPr>
        <p:spPr>
          <a:xfrm>
            <a:off x="336550" y="334964"/>
            <a:ext cx="11518900" cy="844011"/>
          </a:xfrm>
        </p:spPr>
        <p:txBody>
          <a:bodyPr/>
          <a:lstStyle>
            <a:lvl1pPr>
              <a:defRPr baseline="0"/>
            </a:lvl1pPr>
          </a:lstStyle>
          <a:p>
            <a:r>
              <a:rPr lang="es-ES" dirty="0"/>
              <a:t>Escribe aquí el título principal de la diapositiva</a:t>
            </a:r>
          </a:p>
        </p:txBody>
      </p:sp>
      <p:sp>
        <p:nvSpPr>
          <p:cNvPr id="10" name="Text Placeholder 12">
            <a:extLst>
              <a:ext uri="{FF2B5EF4-FFF2-40B4-BE49-F238E27FC236}">
                <a16:creationId xmlns:a16="http://schemas.microsoft.com/office/drawing/2014/main" id="{760FFBBE-ADBD-0E1A-7872-BCD0D7AE3CF7}"/>
              </a:ext>
            </a:extLst>
          </p:cNvPr>
          <p:cNvSpPr>
            <a:spLocks noGrp="1"/>
          </p:cNvSpPr>
          <p:nvPr>
            <p:ph type="body" sz="quarter" idx="14" hasCustomPrompt="1"/>
          </p:nvPr>
        </p:nvSpPr>
        <p:spPr>
          <a:xfrm>
            <a:off x="335360" y="1268978"/>
            <a:ext cx="11521678" cy="630006"/>
          </a:xfrm>
          <a:prstGeom prst="rect">
            <a:avLst/>
          </a:prstGeom>
        </p:spPr>
        <p:txBody>
          <a:bodyPr lIns="0" tIns="0" rIns="0" bIns="0">
            <a:noAutofit/>
          </a:bodyPr>
          <a:lstStyle>
            <a:lvl1pPr marL="0" indent="0">
              <a:lnSpc>
                <a:spcPct val="100000"/>
              </a:lnSpc>
              <a:spcBef>
                <a:spcPts val="0"/>
              </a:spcBef>
              <a:buNone/>
              <a:defRPr sz="1600">
                <a:solidFill>
                  <a:schemeClr val="tx1"/>
                </a:solidFill>
              </a:defRPr>
            </a:lvl1pPr>
          </a:lstStyle>
          <a:p>
            <a:pPr lvl="0"/>
            <a:r>
              <a:rPr lang="es-ES" dirty="0"/>
              <a:t>Escribe aquí el subtítulo de la diapositiva</a:t>
            </a:r>
            <a:endParaRPr lang="en-GB" noProof="1"/>
          </a:p>
        </p:txBody>
      </p:sp>
      <p:sp>
        <p:nvSpPr>
          <p:cNvPr id="12" name="Marcador de texto 11"/>
          <p:cNvSpPr>
            <a:spLocks noGrp="1"/>
          </p:cNvSpPr>
          <p:nvPr>
            <p:ph type="body" sz="quarter" idx="15" hasCustomPrompt="1"/>
          </p:nvPr>
        </p:nvSpPr>
        <p:spPr>
          <a:xfrm>
            <a:off x="335360" y="1988987"/>
            <a:ext cx="11520090" cy="4211789"/>
          </a:xfrm>
          <a:prstGeom prst="rect">
            <a:avLst/>
          </a:prstGeom>
        </p:spPr>
        <p:txBody>
          <a:bodyPr lIns="0" tIns="0" rIns="0" bIns="0">
            <a:noAutofit/>
          </a:bodyPr>
          <a:lstStyle>
            <a:lvl1pPr marL="0" indent="0">
              <a:lnSpc>
                <a:spcPct val="100000"/>
              </a:lnSpc>
              <a:spcBef>
                <a:spcPts val="0"/>
              </a:spcBef>
              <a:spcAft>
                <a:spcPts val="1200"/>
              </a:spcAft>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el contenido de la diapositiva</a:t>
            </a:r>
          </a:p>
        </p:txBody>
      </p:sp>
      <p:sp>
        <p:nvSpPr>
          <p:cNvPr id="2" name="Marcador de pie de página 1"/>
          <p:cNvSpPr>
            <a:spLocks noGrp="1"/>
          </p:cNvSpPr>
          <p:nvPr>
            <p:ph type="ftr" sz="quarter" idx="16"/>
          </p:nvPr>
        </p:nvSpPr>
        <p:spPr/>
        <p:txBody>
          <a:bodyPr/>
          <a:lstStyle/>
          <a:p>
            <a:r>
              <a:rPr lang="es-ES"/>
              <a:t>Pie de página • Edítalo según tus necesidades </a:t>
            </a:r>
            <a:endParaRPr lang="es-ES" dirty="0"/>
          </a:p>
        </p:txBody>
      </p:sp>
      <p:sp>
        <p:nvSpPr>
          <p:cNvPr id="11" name="Marcador de número de diapositiva 10"/>
          <p:cNvSpPr>
            <a:spLocks noGrp="1"/>
          </p:cNvSpPr>
          <p:nvPr>
            <p:ph type="sldNum" sz="quarter" idx="17"/>
          </p:nvPr>
        </p:nvSpPr>
        <p:spPr/>
        <p:txBody>
          <a:bodyPr/>
          <a:lstStyle>
            <a:lvl1pPr>
              <a:defRPr>
                <a:solidFill>
                  <a:schemeClr val="tx1"/>
                </a:solidFill>
              </a:defRPr>
            </a:lvl1p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10210801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IDO - Texto+Antetítulo - Blanco">
    <p:bg>
      <p:bgRef idx="1001">
        <a:schemeClr val="bg1"/>
      </p:bgRef>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4" name="Título 3"/>
          <p:cNvSpPr>
            <a:spLocks noGrp="1"/>
          </p:cNvSpPr>
          <p:nvPr>
            <p:ph type="title" hasCustomPrompt="1"/>
          </p:nvPr>
        </p:nvSpPr>
        <p:spPr>
          <a:xfrm>
            <a:off x="335936" y="638969"/>
            <a:ext cx="11518900" cy="844011"/>
          </a:xfrm>
        </p:spPr>
        <p:txBody>
          <a:bodyPr/>
          <a:lstStyle>
            <a:lvl1pPr>
              <a:defRPr baseline="0"/>
            </a:lvl1pPr>
          </a:lstStyle>
          <a:p>
            <a:r>
              <a:rPr lang="es-ES" dirty="0"/>
              <a:t>Escribe aquí el título principal de la diapositiva</a:t>
            </a:r>
          </a:p>
        </p:txBody>
      </p:sp>
      <p:sp>
        <p:nvSpPr>
          <p:cNvPr id="10" name="Text Placeholder 12">
            <a:extLst>
              <a:ext uri="{FF2B5EF4-FFF2-40B4-BE49-F238E27FC236}">
                <a16:creationId xmlns:a16="http://schemas.microsoft.com/office/drawing/2014/main" id="{760FFBBE-ADBD-0E1A-7872-BCD0D7AE3CF7}"/>
              </a:ext>
            </a:extLst>
          </p:cNvPr>
          <p:cNvSpPr>
            <a:spLocks noGrp="1"/>
          </p:cNvSpPr>
          <p:nvPr>
            <p:ph type="body" sz="quarter" idx="14" hasCustomPrompt="1"/>
          </p:nvPr>
        </p:nvSpPr>
        <p:spPr>
          <a:xfrm>
            <a:off x="334746" y="1572983"/>
            <a:ext cx="11521678" cy="630006"/>
          </a:xfrm>
          <a:prstGeom prst="rect">
            <a:avLst/>
          </a:prstGeom>
        </p:spPr>
        <p:txBody>
          <a:bodyPr lIns="0" tIns="0" rIns="0" bIns="0">
            <a:noAutofit/>
          </a:bodyPr>
          <a:lstStyle>
            <a:lvl1pPr marL="0" indent="0">
              <a:lnSpc>
                <a:spcPct val="100000"/>
              </a:lnSpc>
              <a:spcBef>
                <a:spcPts val="0"/>
              </a:spcBef>
              <a:buNone/>
              <a:defRPr sz="1600">
                <a:solidFill>
                  <a:schemeClr val="tx1"/>
                </a:solidFill>
              </a:defRPr>
            </a:lvl1pPr>
          </a:lstStyle>
          <a:p>
            <a:pPr lvl="0"/>
            <a:r>
              <a:rPr lang="es-ES" dirty="0"/>
              <a:t>Escribe aquí el subtítulo de la diapositiva</a:t>
            </a:r>
            <a:endParaRPr lang="en-GB" noProof="1"/>
          </a:p>
        </p:txBody>
      </p:sp>
      <p:sp>
        <p:nvSpPr>
          <p:cNvPr id="12" name="Marcador de texto 11"/>
          <p:cNvSpPr>
            <a:spLocks noGrp="1"/>
          </p:cNvSpPr>
          <p:nvPr>
            <p:ph type="body" sz="quarter" idx="15" hasCustomPrompt="1"/>
          </p:nvPr>
        </p:nvSpPr>
        <p:spPr>
          <a:xfrm>
            <a:off x="334746" y="2292993"/>
            <a:ext cx="11520090" cy="3907782"/>
          </a:xfrm>
          <a:prstGeom prst="rect">
            <a:avLst/>
          </a:prstGeom>
        </p:spPr>
        <p:txBody>
          <a:bodyPr lIns="0" tIns="0" rIns="0" bIns="0">
            <a:noAutofit/>
          </a:bodyPr>
          <a:lstStyle>
            <a:lvl1pPr marL="0" indent="0">
              <a:lnSpc>
                <a:spcPct val="100000"/>
              </a:lnSpc>
              <a:spcBef>
                <a:spcPts val="0"/>
              </a:spcBef>
              <a:spcAft>
                <a:spcPts val="1200"/>
              </a:spcAft>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el contenido de la diapositiva</a:t>
            </a:r>
          </a:p>
        </p:txBody>
      </p:sp>
      <p:sp>
        <p:nvSpPr>
          <p:cNvPr id="11" name="Marcador de texto 10"/>
          <p:cNvSpPr>
            <a:spLocks noGrp="1"/>
          </p:cNvSpPr>
          <p:nvPr>
            <p:ph type="body" sz="quarter" idx="16" hasCustomPrompt="1"/>
          </p:nvPr>
        </p:nvSpPr>
        <p:spPr>
          <a:xfrm>
            <a:off x="336550" y="334963"/>
            <a:ext cx="5761037" cy="184666"/>
          </a:xfrm>
        </p:spPr>
        <p:txBody>
          <a:bodyPr>
            <a:spAutoFit/>
          </a:bodyPr>
          <a:lstStyle>
            <a:lvl1pPr marL="0" indent="0">
              <a:buNone/>
              <a:defRPr cap="all" baseline="0"/>
            </a:lvl1pPr>
            <a:lvl2pPr marL="457200" indent="0">
              <a:buNone/>
              <a:defRPr/>
            </a:lvl2pPr>
            <a:lvl3pPr marL="914400" indent="0">
              <a:buNone/>
              <a:defRPr/>
            </a:lvl3pPr>
            <a:lvl4pPr marL="1371600" indent="0">
              <a:buNone/>
              <a:defRPr/>
            </a:lvl4pPr>
            <a:lvl5pPr marL="1828800" indent="0">
              <a:buNone/>
              <a:defRPr/>
            </a:lvl5pPr>
          </a:lstStyle>
          <a:p>
            <a:pPr lvl="0"/>
            <a:r>
              <a:rPr lang="en-GB" noProof="1"/>
              <a:t>ESCRIBE  AQUÍ EL ANTETÍTULO</a:t>
            </a:r>
          </a:p>
        </p:txBody>
      </p:sp>
      <p:sp>
        <p:nvSpPr>
          <p:cNvPr id="2" name="Marcador de pie de página 1"/>
          <p:cNvSpPr>
            <a:spLocks noGrp="1"/>
          </p:cNvSpPr>
          <p:nvPr>
            <p:ph type="ftr" sz="quarter" idx="17"/>
          </p:nvPr>
        </p:nvSpPr>
        <p:spPr/>
        <p:txBody>
          <a:bodyPr/>
          <a:lstStyle/>
          <a:p>
            <a:r>
              <a:rPr lang="es-ES"/>
              <a:t>Pie de página • Edítalo según tus necesidades </a:t>
            </a:r>
            <a:endParaRPr lang="es-ES" dirty="0"/>
          </a:p>
        </p:txBody>
      </p:sp>
      <p:sp>
        <p:nvSpPr>
          <p:cNvPr id="13" name="Marcador de número de diapositiva 12"/>
          <p:cNvSpPr>
            <a:spLocks noGrp="1"/>
          </p:cNvSpPr>
          <p:nvPr>
            <p:ph type="sldNum" sz="quarter" idx="18"/>
          </p:nvPr>
        </p:nvSpPr>
        <p:spPr/>
        <p:txBody>
          <a:bodyPr/>
          <a:lstStyle>
            <a:lvl1pPr>
              <a:defRPr>
                <a:solidFill>
                  <a:schemeClr val="tx1"/>
                </a:solidFill>
              </a:defRPr>
            </a:lvl1p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7420377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IDO - Imagen - Amazónico">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14" name="Marcador de posición de imagen 13"/>
          <p:cNvSpPr>
            <a:spLocks noGrp="1"/>
          </p:cNvSpPr>
          <p:nvPr>
            <p:ph type="pic" sz="quarter" idx="11" hasCustomPrompt="1"/>
          </p:nvPr>
        </p:nvSpPr>
        <p:spPr>
          <a:xfrm>
            <a:off x="336550" y="334964"/>
            <a:ext cx="11518899" cy="5865810"/>
          </a:xfrm>
          <a:custGeom>
            <a:avLst/>
            <a:gdLst>
              <a:gd name="connsiteX0" fmla="*/ 144000 w 11518899"/>
              <a:gd name="connsiteY0" fmla="*/ 0 h 5865810"/>
              <a:gd name="connsiteX1" fmla="*/ 11374898 w 11518899"/>
              <a:gd name="connsiteY1" fmla="*/ 0 h 5865810"/>
              <a:gd name="connsiteX2" fmla="*/ 11518899 w 11518899"/>
              <a:gd name="connsiteY2" fmla="*/ 144000 h 5865810"/>
              <a:gd name="connsiteX3" fmla="*/ 11518899 w 11518899"/>
              <a:gd name="connsiteY3" fmla="*/ 5721810 h 5865810"/>
              <a:gd name="connsiteX4" fmla="*/ 11374898 w 11518899"/>
              <a:gd name="connsiteY4" fmla="*/ 5865810 h 5865810"/>
              <a:gd name="connsiteX5" fmla="*/ 144000 w 11518899"/>
              <a:gd name="connsiteY5" fmla="*/ 5865810 h 5865810"/>
              <a:gd name="connsiteX6" fmla="*/ 0 w 11518899"/>
              <a:gd name="connsiteY6" fmla="*/ 5721810 h 5865810"/>
              <a:gd name="connsiteX7" fmla="*/ 0 w 11518899"/>
              <a:gd name="connsiteY7" fmla="*/ 144000 h 5865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18899" h="5865810">
                <a:moveTo>
                  <a:pt x="144000" y="0"/>
                </a:moveTo>
                <a:lnTo>
                  <a:pt x="11374898" y="0"/>
                </a:lnTo>
                <a:lnTo>
                  <a:pt x="11518899" y="144000"/>
                </a:lnTo>
                <a:lnTo>
                  <a:pt x="11518899" y="5721810"/>
                </a:lnTo>
                <a:lnTo>
                  <a:pt x="11374898" y="5865810"/>
                </a:lnTo>
                <a:lnTo>
                  <a:pt x="144000" y="5865810"/>
                </a:lnTo>
                <a:lnTo>
                  <a:pt x="0" y="5721810"/>
                </a:lnTo>
                <a:lnTo>
                  <a:pt x="0" y="144000"/>
                </a:lnTo>
                <a:close/>
              </a:path>
            </a:pathLst>
          </a:custGeom>
        </p:spPr>
        <p:txBody>
          <a:bodyPr wrap="square" anchor="ctr">
            <a:noAutofit/>
          </a:bodyPr>
          <a:lstStyle>
            <a:lvl1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sz="1400"/>
            </a:lvl1pPr>
          </a:lstStyle>
          <a:p>
            <a:r>
              <a:rPr lang="es-ES" dirty="0"/>
              <a:t>Haga clic en el icono </a:t>
            </a:r>
            <a:br>
              <a:rPr lang="es-ES" dirty="0"/>
            </a:br>
            <a:r>
              <a:rPr lang="es-ES" dirty="0"/>
              <a:t>para agregar una imagen</a:t>
            </a:r>
          </a:p>
          <a:p>
            <a:endParaRPr lang="es-ES" dirty="0"/>
          </a:p>
        </p:txBody>
      </p:sp>
      <p:sp>
        <p:nvSpPr>
          <p:cNvPr id="2" name="Marcador de pie de página 1"/>
          <p:cNvSpPr>
            <a:spLocks noGrp="1"/>
          </p:cNvSpPr>
          <p:nvPr>
            <p:ph type="ftr" sz="quarter" idx="12"/>
          </p:nvPr>
        </p:nvSpPr>
        <p:spPr/>
        <p:txBody>
          <a:bodyPr/>
          <a:lstStyle/>
          <a:p>
            <a:r>
              <a:rPr lang="es-ES"/>
              <a:t>Pie de página • Edítalo según tus necesidades </a:t>
            </a:r>
            <a:endParaRPr lang="es-ES" dirty="0"/>
          </a:p>
        </p:txBody>
      </p:sp>
      <p:sp>
        <p:nvSpPr>
          <p:cNvPr id="4" name="Marcador de número de diapositiva 3"/>
          <p:cNvSpPr>
            <a:spLocks noGrp="1"/>
          </p:cNvSpPr>
          <p:nvPr>
            <p:ph type="sldNum" sz="quarter" idx="13"/>
          </p:nvPr>
        </p:nvSpPr>
        <p:spPr/>
        <p:txBody>
          <a:body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13512603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IDO - Imagen - Cerámica">
    <p:bg>
      <p:bgRef idx="1001">
        <a:schemeClr val="bg2"/>
      </p:bgRef>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14" name="Marcador de posición de imagen 13"/>
          <p:cNvSpPr>
            <a:spLocks noGrp="1"/>
          </p:cNvSpPr>
          <p:nvPr>
            <p:ph type="pic" sz="quarter" idx="11" hasCustomPrompt="1"/>
          </p:nvPr>
        </p:nvSpPr>
        <p:spPr>
          <a:xfrm>
            <a:off x="336550" y="334964"/>
            <a:ext cx="11518899" cy="5865810"/>
          </a:xfrm>
          <a:custGeom>
            <a:avLst/>
            <a:gdLst>
              <a:gd name="connsiteX0" fmla="*/ 144000 w 11518899"/>
              <a:gd name="connsiteY0" fmla="*/ 0 h 5865810"/>
              <a:gd name="connsiteX1" fmla="*/ 11374898 w 11518899"/>
              <a:gd name="connsiteY1" fmla="*/ 0 h 5865810"/>
              <a:gd name="connsiteX2" fmla="*/ 11518899 w 11518899"/>
              <a:gd name="connsiteY2" fmla="*/ 144000 h 5865810"/>
              <a:gd name="connsiteX3" fmla="*/ 11518899 w 11518899"/>
              <a:gd name="connsiteY3" fmla="*/ 5721810 h 5865810"/>
              <a:gd name="connsiteX4" fmla="*/ 11374898 w 11518899"/>
              <a:gd name="connsiteY4" fmla="*/ 5865810 h 5865810"/>
              <a:gd name="connsiteX5" fmla="*/ 144000 w 11518899"/>
              <a:gd name="connsiteY5" fmla="*/ 5865810 h 5865810"/>
              <a:gd name="connsiteX6" fmla="*/ 0 w 11518899"/>
              <a:gd name="connsiteY6" fmla="*/ 5721810 h 5865810"/>
              <a:gd name="connsiteX7" fmla="*/ 0 w 11518899"/>
              <a:gd name="connsiteY7" fmla="*/ 144000 h 5865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18899" h="5865810">
                <a:moveTo>
                  <a:pt x="144000" y="0"/>
                </a:moveTo>
                <a:lnTo>
                  <a:pt x="11374898" y="0"/>
                </a:lnTo>
                <a:lnTo>
                  <a:pt x="11518899" y="144000"/>
                </a:lnTo>
                <a:lnTo>
                  <a:pt x="11518899" y="5721810"/>
                </a:lnTo>
                <a:lnTo>
                  <a:pt x="11374898" y="5865810"/>
                </a:lnTo>
                <a:lnTo>
                  <a:pt x="144000" y="5865810"/>
                </a:lnTo>
                <a:lnTo>
                  <a:pt x="0" y="5721810"/>
                </a:lnTo>
                <a:lnTo>
                  <a:pt x="0" y="144000"/>
                </a:lnTo>
                <a:close/>
              </a:path>
            </a:pathLst>
          </a:custGeom>
        </p:spPr>
        <p:txBody>
          <a:bodyPr wrap="square" anchor="ctr">
            <a:noAutofit/>
          </a:bodyPr>
          <a:lstStyle>
            <a:lvl1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sz="1400"/>
            </a:lvl1pPr>
          </a:lstStyle>
          <a:p>
            <a:r>
              <a:rPr lang="es-ES" dirty="0"/>
              <a:t>Haga clic en el icono </a:t>
            </a:r>
            <a:br>
              <a:rPr lang="es-ES" dirty="0"/>
            </a:br>
            <a:r>
              <a:rPr lang="es-ES" dirty="0"/>
              <a:t>para agregar una imagen</a:t>
            </a:r>
          </a:p>
          <a:p>
            <a:endParaRPr lang="es-ES" dirty="0"/>
          </a:p>
        </p:txBody>
      </p:sp>
      <p:sp>
        <p:nvSpPr>
          <p:cNvPr id="2" name="Marcador de pie de página 1"/>
          <p:cNvSpPr>
            <a:spLocks noGrp="1"/>
          </p:cNvSpPr>
          <p:nvPr>
            <p:ph type="ftr" sz="quarter" idx="12"/>
          </p:nvPr>
        </p:nvSpPr>
        <p:spPr/>
        <p:txBody>
          <a:bodyPr/>
          <a:lstStyle/>
          <a:p>
            <a:r>
              <a:rPr lang="es-ES"/>
              <a:t>Pie de página • Edítalo según tus necesidades </a:t>
            </a:r>
            <a:endParaRPr lang="es-ES" dirty="0"/>
          </a:p>
        </p:txBody>
      </p:sp>
      <p:sp>
        <p:nvSpPr>
          <p:cNvPr id="4" name="Marcador de número de diapositiva 3"/>
          <p:cNvSpPr>
            <a:spLocks noGrp="1"/>
          </p:cNvSpPr>
          <p:nvPr>
            <p:ph type="sldNum" sz="quarter" idx="13"/>
          </p:nvPr>
        </p:nvSpPr>
        <p:spPr/>
        <p:txBody>
          <a:bodyPr/>
          <a:lstStyle>
            <a:lvl1pPr>
              <a:defRPr>
                <a:solidFill>
                  <a:schemeClr val="tx1"/>
                </a:solidFill>
              </a:defRPr>
            </a:lvl1p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16024897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VACIA">
    <p:bg>
      <p:bgRef idx="1001">
        <a:schemeClr val="bg2"/>
      </p:bgRef>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2" name="Marcador de pie de página 1"/>
          <p:cNvSpPr>
            <a:spLocks noGrp="1"/>
          </p:cNvSpPr>
          <p:nvPr>
            <p:ph type="ftr" sz="quarter" idx="10"/>
          </p:nvPr>
        </p:nvSpPr>
        <p:spPr/>
        <p:txBody>
          <a:bodyPr/>
          <a:lstStyle/>
          <a:p>
            <a:r>
              <a:rPr lang="es-ES"/>
              <a:t>Pie de página • Edítalo según tus necesidades </a:t>
            </a:r>
            <a:endParaRPr lang="es-ES" dirty="0"/>
          </a:p>
        </p:txBody>
      </p:sp>
      <p:sp>
        <p:nvSpPr>
          <p:cNvPr id="4" name="Marcador de número de diapositiva 3"/>
          <p:cNvSpPr>
            <a:spLocks noGrp="1"/>
          </p:cNvSpPr>
          <p:nvPr>
            <p:ph type="sldNum" sz="quarter" idx="11"/>
          </p:nvPr>
        </p:nvSpPr>
        <p:spPr/>
        <p:txBody>
          <a:bodyPr/>
          <a:lstStyle>
            <a:lvl1pPr>
              <a:defRPr>
                <a:solidFill>
                  <a:schemeClr val="tx1"/>
                </a:solidFill>
              </a:defRPr>
            </a:lvl1p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40854512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IDO - Texto+Full-Imagen">
    <p:spTree>
      <p:nvGrpSpPr>
        <p:cNvPr id="1" name=""/>
        <p:cNvGrpSpPr/>
        <p:nvPr/>
      </p:nvGrpSpPr>
      <p:grpSpPr>
        <a:xfrm>
          <a:off x="0" y="0"/>
          <a:ext cx="0" cy="0"/>
          <a:chOff x="0" y="0"/>
          <a:chExt cx="0" cy="0"/>
        </a:xfrm>
      </p:grpSpPr>
      <p:sp>
        <p:nvSpPr>
          <p:cNvPr id="11" name="Marcador de posición de imagen 10"/>
          <p:cNvSpPr>
            <a:spLocks noGrp="1"/>
          </p:cNvSpPr>
          <p:nvPr>
            <p:ph type="pic" sz="quarter" idx="16" hasCustomPrompt="1"/>
          </p:nvPr>
        </p:nvSpPr>
        <p:spPr>
          <a:xfrm>
            <a:off x="1" y="0"/>
            <a:ext cx="12192000" cy="6858000"/>
          </a:xfrm>
        </p:spPr>
        <p:txBody>
          <a:bodyPr anchor="ctr"/>
          <a:lstStyle>
            <a:lvl1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r>
              <a:rPr lang="es-ES" dirty="0"/>
              <a:t>Haga clic en el icono </a:t>
            </a:r>
            <a:br>
              <a:rPr lang="es-ES" dirty="0"/>
            </a:br>
            <a:r>
              <a:rPr lang="es-ES" dirty="0"/>
              <a:t>para agregar una imagen</a:t>
            </a:r>
          </a:p>
        </p:txBody>
      </p:sp>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4" name="Título 3"/>
          <p:cNvSpPr>
            <a:spLocks noGrp="1"/>
          </p:cNvSpPr>
          <p:nvPr>
            <p:ph type="title" hasCustomPrompt="1"/>
          </p:nvPr>
        </p:nvSpPr>
        <p:spPr>
          <a:xfrm>
            <a:off x="336550" y="334964"/>
            <a:ext cx="11518900" cy="844011"/>
          </a:xfrm>
        </p:spPr>
        <p:txBody>
          <a:bodyPr/>
          <a:lstStyle>
            <a:lvl1pPr>
              <a:defRPr baseline="0"/>
            </a:lvl1pPr>
          </a:lstStyle>
          <a:p>
            <a:r>
              <a:rPr lang="es-ES" dirty="0"/>
              <a:t>Escribe aquí el título principal de la diapositiva</a:t>
            </a:r>
          </a:p>
        </p:txBody>
      </p:sp>
      <p:sp>
        <p:nvSpPr>
          <p:cNvPr id="10" name="Text Placeholder 12">
            <a:extLst>
              <a:ext uri="{FF2B5EF4-FFF2-40B4-BE49-F238E27FC236}">
                <a16:creationId xmlns:a16="http://schemas.microsoft.com/office/drawing/2014/main" id="{760FFBBE-ADBD-0E1A-7872-BCD0D7AE3CF7}"/>
              </a:ext>
            </a:extLst>
          </p:cNvPr>
          <p:cNvSpPr>
            <a:spLocks noGrp="1"/>
          </p:cNvSpPr>
          <p:nvPr>
            <p:ph type="body" sz="quarter" idx="14" hasCustomPrompt="1"/>
          </p:nvPr>
        </p:nvSpPr>
        <p:spPr>
          <a:xfrm>
            <a:off x="335360" y="1268978"/>
            <a:ext cx="11521678" cy="630006"/>
          </a:xfrm>
          <a:prstGeom prst="rect">
            <a:avLst/>
          </a:prstGeom>
        </p:spPr>
        <p:txBody>
          <a:bodyPr lIns="0" tIns="0" rIns="0" bIns="0">
            <a:noAutofit/>
          </a:bodyPr>
          <a:lstStyle>
            <a:lvl1pPr marL="0" indent="0">
              <a:lnSpc>
                <a:spcPct val="100000"/>
              </a:lnSpc>
              <a:spcBef>
                <a:spcPts val="0"/>
              </a:spcBef>
              <a:buNone/>
              <a:defRPr sz="1600">
                <a:solidFill>
                  <a:schemeClr val="tx1"/>
                </a:solidFill>
              </a:defRPr>
            </a:lvl1pPr>
          </a:lstStyle>
          <a:p>
            <a:pPr lvl="0"/>
            <a:r>
              <a:rPr lang="es-ES" dirty="0"/>
              <a:t>Escribe aquí el subtítulo de la diapositiva</a:t>
            </a:r>
            <a:endParaRPr lang="en-GB" noProof="1"/>
          </a:p>
        </p:txBody>
      </p:sp>
      <p:sp>
        <p:nvSpPr>
          <p:cNvPr id="12" name="Marcador de texto 11"/>
          <p:cNvSpPr>
            <a:spLocks noGrp="1"/>
          </p:cNvSpPr>
          <p:nvPr>
            <p:ph type="body" sz="quarter" idx="15" hasCustomPrompt="1"/>
          </p:nvPr>
        </p:nvSpPr>
        <p:spPr>
          <a:xfrm>
            <a:off x="335360" y="1988987"/>
            <a:ext cx="11520090" cy="4211789"/>
          </a:xfrm>
          <a:prstGeom prst="rect">
            <a:avLst/>
          </a:prstGeom>
        </p:spPr>
        <p:txBody>
          <a:bodyPr lIns="0" tIns="0" rIns="0" bIns="0">
            <a:noAutofit/>
          </a:bodyPr>
          <a:lstStyle>
            <a:lvl1pPr marL="0" indent="0">
              <a:lnSpc>
                <a:spcPct val="100000"/>
              </a:lnSpc>
              <a:spcBef>
                <a:spcPts val="0"/>
              </a:spcBef>
              <a:spcAft>
                <a:spcPts val="1200"/>
              </a:spcAft>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s-ES" dirty="0"/>
              <a:t>Escribe aquí el contenido de la diapositiva</a:t>
            </a:r>
          </a:p>
        </p:txBody>
      </p:sp>
      <p:sp>
        <p:nvSpPr>
          <p:cNvPr id="2" name="Marcador de pie de página 1"/>
          <p:cNvSpPr>
            <a:spLocks noGrp="1"/>
          </p:cNvSpPr>
          <p:nvPr>
            <p:ph type="ftr" sz="quarter" idx="17"/>
          </p:nvPr>
        </p:nvSpPr>
        <p:spPr/>
        <p:txBody>
          <a:bodyPr/>
          <a:lstStyle/>
          <a:p>
            <a:r>
              <a:rPr lang="es-ES"/>
              <a:t>Pie de página • Edítalo según tus necesidades </a:t>
            </a:r>
            <a:endParaRPr lang="es-ES" dirty="0"/>
          </a:p>
        </p:txBody>
      </p:sp>
      <p:sp>
        <p:nvSpPr>
          <p:cNvPr id="13" name="Marcador de número de diapositiva 12"/>
          <p:cNvSpPr>
            <a:spLocks noGrp="1"/>
          </p:cNvSpPr>
          <p:nvPr>
            <p:ph type="sldNum" sz="quarter" idx="18"/>
          </p:nvPr>
        </p:nvSpPr>
        <p:spPr/>
        <p:txBody>
          <a:body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29540822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IDO - Idea Principal - Amazónico">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4" name="Título 3"/>
          <p:cNvSpPr>
            <a:spLocks noGrp="1"/>
          </p:cNvSpPr>
          <p:nvPr>
            <p:ph type="title" hasCustomPrompt="1"/>
          </p:nvPr>
        </p:nvSpPr>
        <p:spPr>
          <a:xfrm>
            <a:off x="1794485" y="2650420"/>
            <a:ext cx="8621563" cy="837152"/>
          </a:xfrm>
        </p:spPr>
        <p:txBody>
          <a:bodyPr anchor="ctr" anchorCtr="0">
            <a:spAutoFit/>
          </a:bodyPr>
          <a:lstStyle>
            <a:lvl1pPr>
              <a:defRPr baseline="0"/>
            </a:lvl1pPr>
          </a:lstStyle>
          <a:p>
            <a:r>
              <a:rPr lang="es-ES" dirty="0"/>
              <a:t>Escribe aquí </a:t>
            </a:r>
            <a:r>
              <a:rPr lang="es-ES" noProof="1"/>
              <a:t>un texto destacado o una idea principal</a:t>
            </a:r>
            <a:endParaRPr lang="es-ES" dirty="0"/>
          </a:p>
        </p:txBody>
      </p:sp>
      <p:sp>
        <p:nvSpPr>
          <p:cNvPr id="11" name="ChaflanFigura_5"/>
          <p:cNvSpPr/>
          <p:nvPr userDrawn="1"/>
        </p:nvSpPr>
        <p:spPr>
          <a:xfrm>
            <a:off x="336550" y="334963"/>
            <a:ext cx="11518900" cy="5865812"/>
          </a:xfrm>
          <a:custGeom>
            <a:avLst/>
            <a:gdLst/>
            <a:ahLst/>
            <a:cxnLst/>
            <a:rect l="0" t="0" r="0" b="0"/>
            <a:pathLst>
              <a:path w="11518901" h="5865813">
                <a:moveTo>
                  <a:pt x="144000" y="0"/>
                </a:moveTo>
                <a:lnTo>
                  <a:pt x="11374899" y="0"/>
                </a:lnTo>
                <a:lnTo>
                  <a:pt x="11518900" y="144000"/>
                </a:lnTo>
                <a:lnTo>
                  <a:pt x="11518900" y="5721812"/>
                </a:lnTo>
                <a:lnTo>
                  <a:pt x="11374899" y="5865812"/>
                </a:lnTo>
                <a:lnTo>
                  <a:pt x="144000" y="5865812"/>
                </a:lnTo>
                <a:lnTo>
                  <a:pt x="0" y="5721812"/>
                </a:lnTo>
                <a:lnTo>
                  <a:pt x="0" y="144000"/>
                </a:lnTo>
                <a:close/>
              </a:path>
            </a:pathLst>
          </a:cu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dirty="0"/>
          </a:p>
        </p:txBody>
      </p:sp>
      <p:sp>
        <p:nvSpPr>
          <p:cNvPr id="2" name="Marcador de pie de página 1"/>
          <p:cNvSpPr>
            <a:spLocks noGrp="1"/>
          </p:cNvSpPr>
          <p:nvPr>
            <p:ph type="ftr" sz="quarter" idx="10"/>
          </p:nvPr>
        </p:nvSpPr>
        <p:spPr/>
        <p:txBody>
          <a:bodyPr/>
          <a:lstStyle/>
          <a:p>
            <a:r>
              <a:rPr lang="es-ES"/>
              <a:t>Pie de página • Edítalo según tus necesidades </a:t>
            </a:r>
            <a:endParaRPr lang="es-ES" dirty="0"/>
          </a:p>
        </p:txBody>
      </p:sp>
      <p:sp>
        <p:nvSpPr>
          <p:cNvPr id="10" name="Marcador de número de diapositiva 9"/>
          <p:cNvSpPr>
            <a:spLocks noGrp="1"/>
          </p:cNvSpPr>
          <p:nvPr>
            <p:ph type="sldNum" sz="quarter" idx="11"/>
          </p:nvPr>
        </p:nvSpPr>
        <p:spPr/>
        <p:txBody>
          <a:body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34344670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IDO - Idea Principal - Cerámica">
    <p:bg>
      <p:bgRef idx="1001">
        <a:schemeClr val="bg2"/>
      </p:bgRef>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5936" y="6539593"/>
            <a:ext cx="759650" cy="90000"/>
            <a:chOff x="820" y="1804"/>
            <a:chExt cx="6035" cy="715"/>
          </a:xfrm>
          <a:solidFill>
            <a:schemeClr val="tx1"/>
          </a:solidFill>
        </p:grpSpPr>
        <p:sp>
          <p:nvSpPr>
            <p:cNvPr id="7"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8"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4" name="Título 3"/>
          <p:cNvSpPr>
            <a:spLocks noGrp="1"/>
          </p:cNvSpPr>
          <p:nvPr>
            <p:ph type="title" hasCustomPrompt="1"/>
          </p:nvPr>
        </p:nvSpPr>
        <p:spPr>
          <a:xfrm>
            <a:off x="1794485" y="2650420"/>
            <a:ext cx="8621563" cy="837152"/>
          </a:xfrm>
        </p:spPr>
        <p:txBody>
          <a:bodyPr anchor="ctr" anchorCtr="0">
            <a:spAutoFit/>
          </a:bodyPr>
          <a:lstStyle>
            <a:lvl1pPr>
              <a:defRPr baseline="0"/>
            </a:lvl1pPr>
          </a:lstStyle>
          <a:p>
            <a:r>
              <a:rPr lang="es-ES" dirty="0"/>
              <a:t>Escribe aquí </a:t>
            </a:r>
            <a:r>
              <a:rPr lang="es-ES" noProof="1"/>
              <a:t>un texto destacado o una idea principal</a:t>
            </a:r>
            <a:endParaRPr lang="es-ES" dirty="0"/>
          </a:p>
        </p:txBody>
      </p:sp>
      <p:sp>
        <p:nvSpPr>
          <p:cNvPr id="11" name="ChaflanFigura_5"/>
          <p:cNvSpPr/>
          <p:nvPr userDrawn="1"/>
        </p:nvSpPr>
        <p:spPr>
          <a:xfrm>
            <a:off x="336550" y="334963"/>
            <a:ext cx="11518900" cy="5865812"/>
          </a:xfrm>
          <a:custGeom>
            <a:avLst/>
            <a:gdLst/>
            <a:ahLst/>
            <a:cxnLst/>
            <a:rect l="0" t="0" r="0" b="0"/>
            <a:pathLst>
              <a:path w="11518901" h="5865813">
                <a:moveTo>
                  <a:pt x="144000" y="0"/>
                </a:moveTo>
                <a:lnTo>
                  <a:pt x="11374899" y="0"/>
                </a:lnTo>
                <a:lnTo>
                  <a:pt x="11518900" y="144000"/>
                </a:lnTo>
                <a:lnTo>
                  <a:pt x="11518900" y="5721812"/>
                </a:lnTo>
                <a:lnTo>
                  <a:pt x="11374899" y="5865812"/>
                </a:lnTo>
                <a:lnTo>
                  <a:pt x="144000" y="5865812"/>
                </a:lnTo>
                <a:lnTo>
                  <a:pt x="0" y="5721812"/>
                </a:lnTo>
                <a:lnTo>
                  <a:pt x="0" y="14400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dirty="0"/>
          </a:p>
        </p:txBody>
      </p:sp>
      <p:sp>
        <p:nvSpPr>
          <p:cNvPr id="2" name="Marcador de pie de página 1"/>
          <p:cNvSpPr>
            <a:spLocks noGrp="1"/>
          </p:cNvSpPr>
          <p:nvPr>
            <p:ph type="ftr" sz="quarter" idx="10"/>
          </p:nvPr>
        </p:nvSpPr>
        <p:spPr/>
        <p:txBody>
          <a:bodyPr/>
          <a:lstStyle/>
          <a:p>
            <a:r>
              <a:rPr lang="es-ES"/>
              <a:t>Pie de página • Edítalo según tus necesidades </a:t>
            </a:r>
            <a:endParaRPr lang="es-ES" dirty="0"/>
          </a:p>
        </p:txBody>
      </p:sp>
      <p:sp>
        <p:nvSpPr>
          <p:cNvPr id="10" name="Marcador de número de diapositiva 9"/>
          <p:cNvSpPr>
            <a:spLocks noGrp="1"/>
          </p:cNvSpPr>
          <p:nvPr>
            <p:ph type="sldNum" sz="quarter" idx="11"/>
          </p:nvPr>
        </p:nvSpPr>
        <p:spPr/>
        <p:txBody>
          <a:bodyPr/>
          <a:lstStyle>
            <a:lvl1pPr>
              <a:defRPr>
                <a:solidFill>
                  <a:schemeClr val="tx1"/>
                </a:solidFill>
              </a:defRPr>
            </a:lvl1p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33770414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IERRE - Amazónico">
    <p:spTree>
      <p:nvGrpSpPr>
        <p:cNvPr id="1" name=""/>
        <p:cNvGrpSpPr/>
        <p:nvPr/>
      </p:nvGrpSpPr>
      <p:grpSpPr>
        <a:xfrm>
          <a:off x="0" y="0"/>
          <a:ext cx="0" cy="0"/>
          <a:chOff x="0" y="0"/>
          <a:chExt cx="0" cy="0"/>
        </a:xfrm>
      </p:grpSpPr>
      <p:grpSp>
        <p:nvGrpSpPr>
          <p:cNvPr id="13"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44543" y="3215744"/>
            <a:ext cx="1800000" cy="213256"/>
            <a:chOff x="820" y="1804"/>
            <a:chExt cx="6035" cy="715"/>
          </a:xfrm>
        </p:grpSpPr>
        <p:sp>
          <p:nvSpPr>
            <p:cNvPr id="14"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6"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cxnSp>
        <p:nvCxnSpPr>
          <p:cNvPr id="17" name="Straight Connector 1">
            <a:extLst>
              <a:ext uri="{FF2B5EF4-FFF2-40B4-BE49-F238E27FC236}">
                <a16:creationId xmlns:a16="http://schemas.microsoft.com/office/drawing/2014/main" id="{9119CE37-922A-C3BF-F16F-F955CFDE1716}"/>
              </a:ext>
            </a:extLst>
          </p:cNvPr>
          <p:cNvCxnSpPr>
            <a:cxnSpLocks/>
          </p:cNvCxnSpPr>
          <p:nvPr userDrawn="1"/>
        </p:nvCxnSpPr>
        <p:spPr>
          <a:xfrm>
            <a:off x="9695426" y="0"/>
            <a:ext cx="0" cy="345600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18" name="object 4">
            <a:extLst>
              <a:ext uri="{FF2B5EF4-FFF2-40B4-BE49-F238E27FC236}">
                <a16:creationId xmlns:a16="http://schemas.microsoft.com/office/drawing/2014/main" id="{EF055571-D78F-7BC9-B1B1-F4593A978263}"/>
              </a:ext>
            </a:extLst>
          </p:cNvPr>
          <p:cNvSpPr txBox="1"/>
          <p:nvPr userDrawn="1"/>
        </p:nvSpPr>
        <p:spPr>
          <a:xfrm>
            <a:off x="9874814" y="3133865"/>
            <a:ext cx="1980636" cy="369332"/>
          </a:xfrm>
          <a:prstGeom prst="rect">
            <a:avLst/>
          </a:prstGeom>
        </p:spPr>
        <p:txBody>
          <a:bodyPr vert="horz" wrap="square" lIns="0" tIns="0" rIns="0" bIns="0" rtlCol="0">
            <a:spAutoFit/>
          </a:bodyPr>
          <a:lstStyle/>
          <a:p>
            <a:pPr marL="7696">
              <a:spcBef>
                <a:spcPts val="57"/>
              </a:spcBef>
            </a:pPr>
            <a:r>
              <a:rPr lang="en-GB" sz="2400" noProof="1">
                <a:solidFill>
                  <a:schemeClr val="tx1"/>
                </a:solidFill>
                <a:cs typeface="Trebuchet MS"/>
              </a:rPr>
              <a:t>Tech for </a:t>
            </a:r>
            <a:r>
              <a:rPr lang="en-GB" sz="2400" noProof="1">
                <a:solidFill>
                  <a:schemeClr val="accent1"/>
                </a:solidFill>
                <a:cs typeface="Trebuchet MS"/>
              </a:rPr>
              <a:t>trust</a:t>
            </a:r>
          </a:p>
        </p:txBody>
      </p:sp>
    </p:spTree>
    <p:extLst>
      <p:ext uri="{BB962C8B-B14F-4D97-AF65-F5344CB8AC3E}">
        <p14:creationId xmlns:p14="http://schemas.microsoft.com/office/powerpoint/2010/main" val="35700620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IERRE - Cerámica">
    <p:bg>
      <p:bgRef idx="1001">
        <a:schemeClr val="bg2"/>
      </p:bgRef>
    </p:bg>
    <p:spTree>
      <p:nvGrpSpPr>
        <p:cNvPr id="1" name=""/>
        <p:cNvGrpSpPr/>
        <p:nvPr/>
      </p:nvGrpSpPr>
      <p:grpSpPr>
        <a:xfrm>
          <a:off x="0" y="0"/>
          <a:ext cx="0" cy="0"/>
          <a:chOff x="0" y="0"/>
          <a:chExt cx="0" cy="0"/>
        </a:xfrm>
      </p:grpSpPr>
      <p:grpSp>
        <p:nvGrpSpPr>
          <p:cNvPr id="13"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44543" y="3215744"/>
            <a:ext cx="1800000" cy="213256"/>
            <a:chOff x="820" y="1804"/>
            <a:chExt cx="6035" cy="715"/>
          </a:xfrm>
          <a:solidFill>
            <a:schemeClr val="tx1"/>
          </a:solidFill>
        </p:grpSpPr>
        <p:sp>
          <p:nvSpPr>
            <p:cNvPr id="14"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6"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cxnSp>
        <p:nvCxnSpPr>
          <p:cNvPr id="17" name="Straight Connector 1">
            <a:extLst>
              <a:ext uri="{FF2B5EF4-FFF2-40B4-BE49-F238E27FC236}">
                <a16:creationId xmlns:a16="http://schemas.microsoft.com/office/drawing/2014/main" id="{9119CE37-922A-C3BF-F16F-F955CFDE1716}"/>
              </a:ext>
            </a:extLst>
          </p:cNvPr>
          <p:cNvCxnSpPr>
            <a:cxnSpLocks/>
          </p:cNvCxnSpPr>
          <p:nvPr userDrawn="1"/>
        </p:nvCxnSpPr>
        <p:spPr>
          <a:xfrm>
            <a:off x="9695426" y="0"/>
            <a:ext cx="0" cy="34560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object 4">
            <a:extLst>
              <a:ext uri="{FF2B5EF4-FFF2-40B4-BE49-F238E27FC236}">
                <a16:creationId xmlns:a16="http://schemas.microsoft.com/office/drawing/2014/main" id="{EF055571-D78F-7BC9-B1B1-F4593A978263}"/>
              </a:ext>
            </a:extLst>
          </p:cNvPr>
          <p:cNvSpPr txBox="1"/>
          <p:nvPr userDrawn="1"/>
        </p:nvSpPr>
        <p:spPr>
          <a:xfrm>
            <a:off x="9874814" y="3133865"/>
            <a:ext cx="1980636" cy="369332"/>
          </a:xfrm>
          <a:prstGeom prst="rect">
            <a:avLst/>
          </a:prstGeom>
        </p:spPr>
        <p:txBody>
          <a:bodyPr vert="horz" wrap="square" lIns="0" tIns="0" rIns="0" bIns="0" rtlCol="0">
            <a:spAutoFit/>
          </a:bodyPr>
          <a:lstStyle/>
          <a:p>
            <a:pPr marL="7696">
              <a:spcBef>
                <a:spcPts val="57"/>
              </a:spcBef>
            </a:pPr>
            <a:r>
              <a:rPr lang="en-GB" sz="2400" noProof="1">
                <a:solidFill>
                  <a:schemeClr val="tx1"/>
                </a:solidFill>
                <a:cs typeface="Trebuchet MS"/>
              </a:rPr>
              <a:t>Tech</a:t>
            </a:r>
            <a:r>
              <a:rPr lang="en-GB" sz="2400" noProof="1">
                <a:solidFill>
                  <a:srgbClr val="FFFFFF"/>
                </a:solidFill>
                <a:cs typeface="Trebuchet MS"/>
              </a:rPr>
              <a:t> </a:t>
            </a:r>
            <a:r>
              <a:rPr lang="en-GB" sz="2400" noProof="1">
                <a:solidFill>
                  <a:schemeClr val="tx1"/>
                </a:solidFill>
                <a:cs typeface="Trebuchet MS"/>
              </a:rPr>
              <a:t>for</a:t>
            </a:r>
            <a:r>
              <a:rPr lang="en-GB" sz="2400" noProof="1">
                <a:solidFill>
                  <a:schemeClr val="accent1"/>
                </a:solidFill>
                <a:cs typeface="Trebuchet MS"/>
              </a:rPr>
              <a:t> trust</a:t>
            </a:r>
          </a:p>
        </p:txBody>
      </p:sp>
    </p:spTree>
    <p:extLst>
      <p:ext uri="{BB962C8B-B14F-4D97-AF65-F5344CB8AC3E}">
        <p14:creationId xmlns:p14="http://schemas.microsoft.com/office/powerpoint/2010/main" val="2287050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IERRE - Datos - Amazónico">
    <p:spTree>
      <p:nvGrpSpPr>
        <p:cNvPr id="1" name=""/>
        <p:cNvGrpSpPr/>
        <p:nvPr/>
      </p:nvGrpSpPr>
      <p:grpSpPr>
        <a:xfrm>
          <a:off x="0" y="0"/>
          <a:ext cx="0" cy="0"/>
          <a:chOff x="0" y="0"/>
          <a:chExt cx="0" cy="0"/>
        </a:xfrm>
      </p:grpSpPr>
      <p:grpSp>
        <p:nvGrpSpPr>
          <p:cNvPr id="13"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4963" y="334963"/>
            <a:ext cx="1800000" cy="213256"/>
            <a:chOff x="820" y="1804"/>
            <a:chExt cx="6035" cy="715"/>
          </a:xfrm>
        </p:grpSpPr>
        <p:sp>
          <p:nvSpPr>
            <p:cNvPr id="14"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6"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cxnSp>
        <p:nvCxnSpPr>
          <p:cNvPr id="17" name="Straight Connector 1">
            <a:extLst>
              <a:ext uri="{FF2B5EF4-FFF2-40B4-BE49-F238E27FC236}">
                <a16:creationId xmlns:a16="http://schemas.microsoft.com/office/drawing/2014/main" id="{9119CE37-922A-C3BF-F16F-F955CFDE1716}"/>
              </a:ext>
            </a:extLst>
          </p:cNvPr>
          <p:cNvCxnSpPr>
            <a:cxnSpLocks/>
          </p:cNvCxnSpPr>
          <p:nvPr userDrawn="1"/>
        </p:nvCxnSpPr>
        <p:spPr>
          <a:xfrm flipH="1">
            <a:off x="0" y="4149009"/>
            <a:ext cx="3215680"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18" name="object 4">
            <a:extLst>
              <a:ext uri="{FF2B5EF4-FFF2-40B4-BE49-F238E27FC236}">
                <a16:creationId xmlns:a16="http://schemas.microsoft.com/office/drawing/2014/main" id="{EF055571-D78F-7BC9-B1B1-F4593A978263}"/>
              </a:ext>
            </a:extLst>
          </p:cNvPr>
          <p:cNvSpPr txBox="1"/>
          <p:nvPr userDrawn="1"/>
        </p:nvSpPr>
        <p:spPr>
          <a:xfrm>
            <a:off x="334963" y="3429000"/>
            <a:ext cx="1980636" cy="369332"/>
          </a:xfrm>
          <a:prstGeom prst="rect">
            <a:avLst/>
          </a:prstGeom>
        </p:spPr>
        <p:txBody>
          <a:bodyPr vert="horz" wrap="square" lIns="0" tIns="0" rIns="0" bIns="0" rtlCol="0">
            <a:spAutoFit/>
          </a:bodyPr>
          <a:lstStyle/>
          <a:p>
            <a:pPr marL="7696">
              <a:spcBef>
                <a:spcPts val="57"/>
              </a:spcBef>
            </a:pPr>
            <a:r>
              <a:rPr lang="en-GB" sz="2400" noProof="1">
                <a:solidFill>
                  <a:srgbClr val="FFFFFF"/>
                </a:solidFill>
                <a:cs typeface="Trebuchet MS"/>
              </a:rPr>
              <a:t>Tech </a:t>
            </a:r>
            <a:r>
              <a:rPr lang="en-GB" sz="2400" noProof="1">
                <a:solidFill>
                  <a:schemeClr val="tx1"/>
                </a:solidFill>
                <a:cs typeface="Trebuchet MS"/>
              </a:rPr>
              <a:t>for</a:t>
            </a:r>
            <a:r>
              <a:rPr lang="en-GB" sz="2400" noProof="1">
                <a:solidFill>
                  <a:schemeClr val="accent1"/>
                </a:solidFill>
                <a:cs typeface="Trebuchet MS"/>
              </a:rPr>
              <a:t> trust</a:t>
            </a:r>
          </a:p>
        </p:txBody>
      </p:sp>
      <p:sp>
        <p:nvSpPr>
          <p:cNvPr id="10" name="Marcador de texto 2"/>
          <p:cNvSpPr>
            <a:spLocks noGrp="1"/>
          </p:cNvSpPr>
          <p:nvPr>
            <p:ph type="body" sz="quarter" idx="10" hasCustomPrompt="1"/>
          </p:nvPr>
        </p:nvSpPr>
        <p:spPr>
          <a:xfrm>
            <a:off x="352122" y="4581127"/>
            <a:ext cx="2863557" cy="1619647"/>
          </a:xfrm>
        </p:spPr>
        <p:txBody>
          <a:bodyPr anchor="t"/>
          <a:lstStyle>
            <a:lvl1pPr marL="0" indent="0">
              <a:lnSpc>
                <a:spcPct val="100000"/>
              </a:lnSpc>
              <a:spcBef>
                <a:spcPts val="0"/>
              </a:spcBef>
              <a:spcAft>
                <a:spcPts val="1200"/>
              </a:spcAft>
              <a:buNone/>
              <a:defRPr/>
            </a:lvl1pPr>
            <a:lvl2pPr marL="457200" indent="0">
              <a:buNone/>
              <a:defRPr/>
            </a:lvl2pPr>
            <a:lvl3pPr marL="914400" indent="0">
              <a:buNone/>
              <a:defRPr/>
            </a:lvl3pPr>
            <a:lvl4pPr marL="1371600" indent="0">
              <a:buNone/>
              <a:defRPr/>
            </a:lvl4pPr>
            <a:lvl5pPr marL="1828800" indent="0">
              <a:buNone/>
              <a:defRPr/>
            </a:lvl5pPr>
          </a:lstStyle>
          <a:p>
            <a:pPr>
              <a:lnSpc>
                <a:spcPct val="100000"/>
              </a:lnSpc>
              <a:spcBef>
                <a:spcPts val="0"/>
              </a:spcBef>
              <a:spcAft>
                <a:spcPts val="1200"/>
              </a:spcAft>
            </a:pPr>
            <a:r>
              <a:rPr lang="en-GB" sz="1200" noProof="1"/>
              <a:t>Avenida De Bruselas, 35, Alcobendas, Madrid, 28108 </a:t>
            </a:r>
          </a:p>
          <a:p>
            <a:pPr>
              <a:lnSpc>
                <a:spcPct val="100000"/>
              </a:lnSpc>
              <a:spcBef>
                <a:spcPts val="0"/>
              </a:spcBef>
              <a:spcAft>
                <a:spcPts val="1200"/>
              </a:spcAft>
            </a:pPr>
            <a:r>
              <a:rPr lang="en-GB" sz="1200" noProof="1"/>
              <a:t>T. (+34) 914 805 002 </a:t>
            </a:r>
            <a:br>
              <a:rPr lang="en-GB" sz="1200" noProof="1"/>
            </a:br>
            <a:r>
              <a:rPr lang="en-GB" sz="1200" noProof="1"/>
              <a:t>F. (+34) 914 805 080</a:t>
            </a:r>
          </a:p>
        </p:txBody>
      </p:sp>
    </p:spTree>
    <p:extLst>
      <p:ext uri="{BB962C8B-B14F-4D97-AF65-F5344CB8AC3E}">
        <p14:creationId xmlns:p14="http://schemas.microsoft.com/office/powerpoint/2010/main" val="2674710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IERRE - Datos - Cerámica">
    <p:bg>
      <p:bgRef idx="1001">
        <a:schemeClr val="bg2"/>
      </p:bgRef>
    </p:bg>
    <p:spTree>
      <p:nvGrpSpPr>
        <p:cNvPr id="1" name=""/>
        <p:cNvGrpSpPr/>
        <p:nvPr/>
      </p:nvGrpSpPr>
      <p:grpSpPr>
        <a:xfrm>
          <a:off x="0" y="0"/>
          <a:ext cx="0" cy="0"/>
          <a:chOff x="0" y="0"/>
          <a:chExt cx="0" cy="0"/>
        </a:xfrm>
      </p:grpSpPr>
      <p:grpSp>
        <p:nvGrpSpPr>
          <p:cNvPr id="13"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334963" y="334963"/>
            <a:ext cx="1800000" cy="213256"/>
            <a:chOff x="820" y="1804"/>
            <a:chExt cx="6035" cy="715"/>
          </a:xfrm>
          <a:solidFill>
            <a:schemeClr val="tx1"/>
          </a:solidFill>
        </p:grpSpPr>
        <p:sp>
          <p:nvSpPr>
            <p:cNvPr id="14"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6"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cxnSp>
        <p:nvCxnSpPr>
          <p:cNvPr id="17" name="Straight Connector 1">
            <a:extLst>
              <a:ext uri="{FF2B5EF4-FFF2-40B4-BE49-F238E27FC236}">
                <a16:creationId xmlns:a16="http://schemas.microsoft.com/office/drawing/2014/main" id="{9119CE37-922A-C3BF-F16F-F955CFDE1716}"/>
              </a:ext>
            </a:extLst>
          </p:cNvPr>
          <p:cNvCxnSpPr>
            <a:cxnSpLocks/>
          </p:cNvCxnSpPr>
          <p:nvPr userDrawn="1"/>
        </p:nvCxnSpPr>
        <p:spPr>
          <a:xfrm flipH="1">
            <a:off x="0" y="4149009"/>
            <a:ext cx="321568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object 4">
            <a:extLst>
              <a:ext uri="{FF2B5EF4-FFF2-40B4-BE49-F238E27FC236}">
                <a16:creationId xmlns:a16="http://schemas.microsoft.com/office/drawing/2014/main" id="{EF055571-D78F-7BC9-B1B1-F4593A978263}"/>
              </a:ext>
            </a:extLst>
          </p:cNvPr>
          <p:cNvSpPr txBox="1"/>
          <p:nvPr userDrawn="1"/>
        </p:nvSpPr>
        <p:spPr>
          <a:xfrm>
            <a:off x="334963" y="3429000"/>
            <a:ext cx="1980636" cy="369332"/>
          </a:xfrm>
          <a:prstGeom prst="rect">
            <a:avLst/>
          </a:prstGeom>
        </p:spPr>
        <p:txBody>
          <a:bodyPr vert="horz" wrap="square" lIns="0" tIns="0" rIns="0" bIns="0" rtlCol="0">
            <a:spAutoFit/>
          </a:bodyPr>
          <a:lstStyle/>
          <a:p>
            <a:pPr marL="7696">
              <a:spcBef>
                <a:spcPts val="57"/>
              </a:spcBef>
            </a:pPr>
            <a:r>
              <a:rPr lang="en-GB" sz="2400" noProof="1">
                <a:solidFill>
                  <a:schemeClr val="tx1"/>
                </a:solidFill>
                <a:cs typeface="Trebuchet MS"/>
              </a:rPr>
              <a:t>Tech for </a:t>
            </a:r>
            <a:r>
              <a:rPr lang="en-GB" sz="2400" noProof="1">
                <a:solidFill>
                  <a:schemeClr val="accent1"/>
                </a:solidFill>
                <a:cs typeface="Trebuchet MS"/>
              </a:rPr>
              <a:t>trust</a:t>
            </a:r>
          </a:p>
        </p:txBody>
      </p:sp>
      <p:sp>
        <p:nvSpPr>
          <p:cNvPr id="10" name="Marcador de texto 2"/>
          <p:cNvSpPr>
            <a:spLocks noGrp="1"/>
          </p:cNvSpPr>
          <p:nvPr>
            <p:ph type="body" sz="quarter" idx="10" hasCustomPrompt="1"/>
          </p:nvPr>
        </p:nvSpPr>
        <p:spPr>
          <a:xfrm>
            <a:off x="352122" y="4581127"/>
            <a:ext cx="2863557" cy="1619647"/>
          </a:xfrm>
        </p:spPr>
        <p:txBody>
          <a:bodyPr anchor="t"/>
          <a:lstStyle>
            <a:lvl1pPr marL="0" indent="0">
              <a:lnSpc>
                <a:spcPct val="100000"/>
              </a:lnSpc>
              <a:spcBef>
                <a:spcPts val="0"/>
              </a:spcBef>
              <a:spcAft>
                <a:spcPts val="1200"/>
              </a:spcAft>
              <a:buNone/>
              <a:defRPr/>
            </a:lvl1pPr>
            <a:lvl2pPr marL="457200" indent="0">
              <a:buNone/>
              <a:defRPr/>
            </a:lvl2pPr>
            <a:lvl3pPr marL="914400" indent="0">
              <a:buNone/>
              <a:defRPr/>
            </a:lvl3pPr>
            <a:lvl4pPr marL="1371600" indent="0">
              <a:buNone/>
              <a:defRPr/>
            </a:lvl4pPr>
            <a:lvl5pPr marL="1828800" indent="0">
              <a:buNone/>
              <a:defRPr/>
            </a:lvl5pPr>
          </a:lstStyle>
          <a:p>
            <a:pPr>
              <a:lnSpc>
                <a:spcPct val="100000"/>
              </a:lnSpc>
              <a:spcBef>
                <a:spcPts val="0"/>
              </a:spcBef>
              <a:spcAft>
                <a:spcPts val="1200"/>
              </a:spcAft>
            </a:pPr>
            <a:r>
              <a:rPr lang="en-GB" sz="1200" noProof="1"/>
              <a:t>Avenida De Bruselas, 35, Alcobendas, Madrid, 28108 </a:t>
            </a:r>
          </a:p>
          <a:p>
            <a:pPr>
              <a:lnSpc>
                <a:spcPct val="100000"/>
              </a:lnSpc>
              <a:spcBef>
                <a:spcPts val="0"/>
              </a:spcBef>
              <a:spcAft>
                <a:spcPts val="1200"/>
              </a:spcAft>
            </a:pPr>
            <a:r>
              <a:rPr lang="en-GB" sz="1200" noProof="1"/>
              <a:t>T. (+34) 914 805 002 </a:t>
            </a:r>
            <a:br>
              <a:rPr lang="en-GB" sz="1200" noProof="1"/>
            </a:br>
            <a:r>
              <a:rPr lang="en-GB" sz="1200" noProof="1"/>
              <a:t>F. (+34) 914 805 080</a:t>
            </a:r>
          </a:p>
        </p:txBody>
      </p:sp>
    </p:spTree>
    <p:extLst>
      <p:ext uri="{BB962C8B-B14F-4D97-AF65-F5344CB8AC3E}">
        <p14:creationId xmlns:p14="http://schemas.microsoft.com/office/powerpoint/2010/main" val="24934160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IERRE - Amazónico - LOGO">
    <p:spTree>
      <p:nvGrpSpPr>
        <p:cNvPr id="1" name=""/>
        <p:cNvGrpSpPr/>
        <p:nvPr/>
      </p:nvGrpSpPr>
      <p:grpSpPr>
        <a:xfrm>
          <a:off x="0" y="0"/>
          <a:ext cx="0" cy="0"/>
          <a:chOff x="0" y="0"/>
          <a:chExt cx="0" cy="0"/>
        </a:xfrm>
      </p:grpSpPr>
      <p:grpSp>
        <p:nvGrpSpPr>
          <p:cNvPr id="13"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5016000" y="3168013"/>
            <a:ext cx="2160000" cy="255907"/>
            <a:chOff x="820" y="1804"/>
            <a:chExt cx="6035" cy="715"/>
          </a:xfrm>
        </p:grpSpPr>
        <p:sp>
          <p:nvSpPr>
            <p:cNvPr id="14"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6"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Tree>
    <p:extLst>
      <p:ext uri="{BB962C8B-B14F-4D97-AF65-F5344CB8AC3E}">
        <p14:creationId xmlns:p14="http://schemas.microsoft.com/office/powerpoint/2010/main" val="27319920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IERRE - Cerámica - LOGO">
    <p:bg>
      <p:bgRef idx="1001">
        <a:schemeClr val="bg2"/>
      </p:bgRef>
    </p:bg>
    <p:spTree>
      <p:nvGrpSpPr>
        <p:cNvPr id="1" name=""/>
        <p:cNvGrpSpPr/>
        <p:nvPr/>
      </p:nvGrpSpPr>
      <p:grpSpPr>
        <a:xfrm>
          <a:off x="0" y="0"/>
          <a:ext cx="0" cy="0"/>
          <a:chOff x="0" y="0"/>
          <a:chExt cx="0" cy="0"/>
        </a:xfrm>
      </p:grpSpPr>
      <p:grpSp>
        <p:nvGrpSpPr>
          <p:cNvPr id="13" name="Group 4">
            <a:extLst>
              <a:ext uri="{FF2B5EF4-FFF2-40B4-BE49-F238E27FC236}">
                <a16:creationId xmlns:a16="http://schemas.microsoft.com/office/drawing/2014/main" id="{6E75C400-517B-385E-0375-0175BBAE0801}"/>
              </a:ext>
            </a:extLst>
          </p:cNvPr>
          <p:cNvGrpSpPr>
            <a:grpSpLocks noChangeAspect="1"/>
          </p:cNvGrpSpPr>
          <p:nvPr userDrawn="1"/>
        </p:nvGrpSpPr>
        <p:grpSpPr bwMode="auto">
          <a:xfrm>
            <a:off x="5016000" y="3168013"/>
            <a:ext cx="2160000" cy="255907"/>
            <a:chOff x="820" y="1804"/>
            <a:chExt cx="6035" cy="715"/>
          </a:xfrm>
          <a:solidFill>
            <a:schemeClr val="tx1"/>
          </a:solidFill>
        </p:grpSpPr>
        <p:sp>
          <p:nvSpPr>
            <p:cNvPr id="14" name="Freeform 6">
              <a:extLst>
                <a:ext uri="{FF2B5EF4-FFF2-40B4-BE49-F238E27FC236}">
                  <a16:creationId xmlns:a16="http://schemas.microsoft.com/office/drawing/2014/main" id="{45628D77-4AE4-293F-DB70-6719C46BA656}"/>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Freeform 7">
              <a:extLst>
                <a:ext uri="{FF2B5EF4-FFF2-40B4-BE49-F238E27FC236}">
                  <a16:creationId xmlns:a16="http://schemas.microsoft.com/office/drawing/2014/main" id="{DA3C5A8F-60D0-2BA3-8A3D-AA9B67911BCA}"/>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6" name="Freeform 8">
              <a:extLst>
                <a:ext uri="{FF2B5EF4-FFF2-40B4-BE49-F238E27FC236}">
                  <a16:creationId xmlns:a16="http://schemas.microsoft.com/office/drawing/2014/main" id="{8F0D6D52-911E-5537-9482-A4E670E3023E}"/>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Tree>
    <p:extLst>
      <p:ext uri="{BB962C8B-B14F-4D97-AF65-F5344CB8AC3E}">
        <p14:creationId xmlns:p14="http://schemas.microsoft.com/office/powerpoint/2010/main" val="37610957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lide Base - Gris Cerámica">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6"/>
            <a:ext cx="11521678" cy="873124"/>
          </a:xfrm>
        </p:spPr>
        <p:txBody>
          <a:bodyPr/>
          <a:lstStyle>
            <a:lvl1pPr>
              <a:defRPr/>
            </a:lvl1pPr>
          </a:lstStyle>
          <a:p>
            <a:r>
              <a:rPr lang="es-ES"/>
              <a:t>Título estándar para diapositiva base</a:t>
            </a:r>
          </a:p>
        </p:txBody>
      </p:sp>
      <p:sp>
        <p:nvSpPr>
          <p:cNvPr id="3" name="Marcador de pie de página 2"/>
          <p:cNvSpPr>
            <a:spLocks noGrp="1"/>
          </p:cNvSpPr>
          <p:nvPr>
            <p:ph type="ftr" sz="quarter" idx="10"/>
          </p:nvPr>
        </p:nvSpPr>
        <p:spPr/>
        <p:txBody>
          <a:bodyPr/>
          <a:lstStyle/>
          <a:p>
            <a:r>
              <a:rPr lang="it-IT"/>
              <a:t>INDRA • Nombre del documento • dd/mm/aaaa</a:t>
            </a:r>
            <a:endParaRPr lang="es-ES"/>
          </a:p>
        </p:txBody>
      </p:sp>
      <p:sp>
        <p:nvSpPr>
          <p:cNvPr id="7" name="Text Placeholder 12">
            <a:extLst>
              <a:ext uri="{FF2B5EF4-FFF2-40B4-BE49-F238E27FC236}">
                <a16:creationId xmlns:a16="http://schemas.microsoft.com/office/drawing/2014/main" id="{760FFBBE-ADBD-0E1A-7872-BCD0D7AE3CF7}"/>
              </a:ext>
            </a:extLst>
          </p:cNvPr>
          <p:cNvSpPr>
            <a:spLocks noGrp="1"/>
          </p:cNvSpPr>
          <p:nvPr>
            <p:ph type="body" sz="quarter" idx="14" hasCustomPrompt="1"/>
          </p:nvPr>
        </p:nvSpPr>
        <p:spPr>
          <a:xfrm>
            <a:off x="335359" y="1496513"/>
            <a:ext cx="11521679" cy="519786"/>
          </a:xfrm>
          <a:prstGeom prst="rect">
            <a:avLst/>
          </a:prstGeom>
        </p:spPr>
        <p:txBody>
          <a:bodyPr lIns="0" tIns="0" rIns="0" bIns="0">
            <a:noAutofit/>
          </a:bodyPr>
          <a:lstStyle>
            <a:lvl1pPr marL="0" indent="0">
              <a:buNone/>
              <a:defRPr sz="1600">
                <a:solidFill>
                  <a:schemeClr val="tx1"/>
                </a:solidFill>
              </a:defRPr>
            </a:lvl1pPr>
          </a:lstStyle>
          <a:p>
            <a:pPr lvl="0"/>
            <a:r>
              <a:rPr lang="en-GB" noProof="1"/>
              <a:t>Subtítulo de la diapositiva</a:t>
            </a:r>
          </a:p>
        </p:txBody>
      </p:sp>
      <p:sp>
        <p:nvSpPr>
          <p:cNvPr id="11" name="Marcador de texto 10"/>
          <p:cNvSpPr>
            <a:spLocks noGrp="1"/>
          </p:cNvSpPr>
          <p:nvPr>
            <p:ph type="body" sz="quarter" idx="15"/>
          </p:nvPr>
        </p:nvSpPr>
        <p:spPr>
          <a:xfrm>
            <a:off x="334962" y="2250332"/>
            <a:ext cx="11522075" cy="3586588"/>
          </a:xfrm>
        </p:spPr>
        <p:txBody>
          <a:bodyPr/>
          <a:lstStyle>
            <a:lvl1pPr>
              <a:defRPr sz="1300"/>
            </a:lvl1pPr>
            <a:lvl2pPr>
              <a:defRPr sz="1300"/>
            </a:lvl2pPr>
            <a:lvl3pPr>
              <a:defRPr sz="1300"/>
            </a:lvl3pPr>
            <a:lvl4pPr>
              <a:defRPr sz="1300"/>
            </a:lvl4pPr>
            <a:lvl5pPr>
              <a:defRPr sz="1300"/>
            </a:lvl5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72659"/>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10"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21525611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ris Cerámica + Subtítulo Superior">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6"/>
            <a:ext cx="5501237" cy="730884"/>
          </a:xfrm>
        </p:spPr>
        <p:txBody>
          <a:bodyPr/>
          <a:lstStyle>
            <a:lvl1pPr>
              <a:defRPr/>
            </a:lvl1pPr>
          </a:lstStyle>
          <a:p>
            <a:r>
              <a:rPr lang="es-ES"/>
              <a:t>Título estándar para diapositiva base</a:t>
            </a:r>
          </a:p>
        </p:txBody>
      </p:sp>
      <p:sp>
        <p:nvSpPr>
          <p:cNvPr id="3" name="Marcador de pie de página 2"/>
          <p:cNvSpPr>
            <a:spLocks noGrp="1"/>
          </p:cNvSpPr>
          <p:nvPr>
            <p:ph type="ftr" sz="quarter" idx="10"/>
          </p:nvPr>
        </p:nvSpPr>
        <p:spPr/>
        <p:txBody>
          <a:bodyPr/>
          <a:lstStyle/>
          <a:p>
            <a:r>
              <a:rPr lang="it-IT"/>
              <a:t>INDRA • Nombre del documento • dd/mm/aaaa</a:t>
            </a:r>
            <a:endParaRPr lang="es-ES"/>
          </a:p>
        </p:txBody>
      </p:sp>
      <p:sp>
        <p:nvSpPr>
          <p:cNvPr id="11" name="Marcador de texto 10"/>
          <p:cNvSpPr>
            <a:spLocks noGrp="1"/>
          </p:cNvSpPr>
          <p:nvPr>
            <p:ph type="body" sz="quarter" idx="15"/>
          </p:nvPr>
        </p:nvSpPr>
        <p:spPr>
          <a:xfrm>
            <a:off x="334963" y="2250332"/>
            <a:ext cx="5501634" cy="3586588"/>
          </a:xfrm>
        </p:spPr>
        <p:txBody>
          <a:bodyPr/>
          <a:lstStyle>
            <a:lvl1pPr marL="0" indent="0">
              <a:buNone/>
              <a:defRPr sz="1300"/>
            </a:lvl1pPr>
            <a:lvl2pPr marL="216000" indent="0">
              <a:buNone/>
              <a:defRPr sz="1300"/>
            </a:lvl2pPr>
            <a:lvl3pPr marL="432000" indent="0">
              <a:buNone/>
              <a:defRPr sz="1300"/>
            </a:lvl3pPr>
            <a:lvl4pPr marL="648000" indent="0">
              <a:buNone/>
              <a:defRPr sz="1300"/>
            </a:lvl4pPr>
            <a:lvl5pPr marL="864000" indent="0">
              <a:buNone/>
              <a:defRPr sz="1300"/>
            </a:lvl5pPr>
          </a:lstStyle>
          <a:p>
            <a:pPr lvl="0"/>
            <a:r>
              <a:rPr lang="es-ES"/>
              <a:t>Editar el estilo de texto del patrón</a:t>
            </a:r>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5501237" cy="169277"/>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7" hasCustomPrompt="1"/>
          </p:nvPr>
        </p:nvSpPr>
        <p:spPr>
          <a:xfrm>
            <a:off x="6207600" y="549274"/>
            <a:ext cx="5649040" cy="730885"/>
          </a:xfrm>
          <a:prstGeom prst="rect">
            <a:avLst/>
          </a:prstGeom>
        </p:spPr>
        <p:txBody>
          <a:bodyPr lIns="0" tIns="0" rIns="0" bIns="0" anchor="b">
            <a:noAutofit/>
          </a:bodyPr>
          <a:lstStyle>
            <a:lvl1pPr marL="0" indent="0">
              <a:buNone/>
              <a:defRPr sz="1600">
                <a:solidFill>
                  <a:schemeClr val="tx1"/>
                </a:solidFill>
              </a:defRPr>
            </a:lvl1pPr>
          </a:lstStyle>
          <a:p>
            <a:pPr lvl="0"/>
            <a:r>
              <a:rPr lang="en-GB" noProof="1"/>
              <a:t>Subtítulo de diapositiva</a:t>
            </a:r>
          </a:p>
        </p:txBody>
      </p:sp>
      <p:cxnSp>
        <p:nvCxnSpPr>
          <p:cNvPr id="10" name="Conector recto 9">
            <a:extLst>
              <a:ext uri="{FF2B5EF4-FFF2-40B4-BE49-F238E27FC236}">
                <a16:creationId xmlns:a16="http://schemas.microsoft.com/office/drawing/2014/main" id="{95416989-4658-652B-A6F7-145BFB90D09B}"/>
              </a:ext>
            </a:extLst>
          </p:cNvPr>
          <p:cNvCxnSpPr/>
          <p:nvPr userDrawn="1"/>
        </p:nvCxnSpPr>
        <p:spPr>
          <a:xfrm>
            <a:off x="6096000" y="0"/>
            <a:ext cx="0" cy="128016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1934187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lide Base - Azul Amazónico">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4"/>
            <a:ext cx="11521678" cy="675163"/>
          </a:xfrm>
        </p:spPr>
        <p:txBody>
          <a:bodyPr/>
          <a:lstStyle>
            <a:lvl1pPr>
              <a:defRPr/>
            </a:lvl1pPr>
          </a:lstStyle>
          <a:p>
            <a:r>
              <a:rPr lang="es-ES"/>
              <a:t>Título estándar para diapositiva base</a:t>
            </a:r>
          </a:p>
        </p:txBody>
      </p:sp>
      <p:sp>
        <p:nvSpPr>
          <p:cNvPr id="3" name="Marcador de pie de página 2"/>
          <p:cNvSpPr>
            <a:spLocks noGrp="1"/>
          </p:cNvSpPr>
          <p:nvPr>
            <p:ph type="ftr" sz="quarter" idx="10"/>
          </p:nvPr>
        </p:nvSpPr>
        <p:spPr/>
        <p:txBody>
          <a:bodyPr/>
          <a:lstStyle/>
          <a:p>
            <a:r>
              <a:rPr lang="it-IT"/>
              <a:t>INDRA • Nombre del documento • dd/mm/aaaa</a:t>
            </a:r>
            <a:endParaRPr lang="es-ES"/>
          </a:p>
        </p:txBody>
      </p:sp>
      <p:sp>
        <p:nvSpPr>
          <p:cNvPr id="7" name="Text Placeholder 12">
            <a:extLst>
              <a:ext uri="{FF2B5EF4-FFF2-40B4-BE49-F238E27FC236}">
                <a16:creationId xmlns:a16="http://schemas.microsoft.com/office/drawing/2014/main" id="{760FFBBE-ADBD-0E1A-7872-BCD0D7AE3CF7}"/>
              </a:ext>
            </a:extLst>
          </p:cNvPr>
          <p:cNvSpPr>
            <a:spLocks noGrp="1"/>
          </p:cNvSpPr>
          <p:nvPr>
            <p:ph type="body" sz="quarter" idx="14" hasCustomPrompt="1"/>
          </p:nvPr>
        </p:nvSpPr>
        <p:spPr>
          <a:xfrm>
            <a:off x="335360" y="1496513"/>
            <a:ext cx="11521678" cy="519785"/>
          </a:xfrm>
          <a:prstGeom prst="rect">
            <a:avLst/>
          </a:prstGeom>
        </p:spPr>
        <p:txBody>
          <a:bodyPr lIns="0" tIns="0" rIns="0" bIns="0">
            <a:noAutofit/>
          </a:bodyPr>
          <a:lstStyle>
            <a:lvl1pPr marL="0" indent="0">
              <a:buNone/>
              <a:defRPr sz="1600">
                <a:solidFill>
                  <a:schemeClr val="tx1"/>
                </a:solidFill>
              </a:defRPr>
            </a:lvl1pPr>
          </a:lstStyle>
          <a:p>
            <a:pPr lvl="0"/>
            <a:r>
              <a:rPr lang="en-GB" noProof="1"/>
              <a:t>Subtítulo de diapositiva</a:t>
            </a:r>
          </a:p>
        </p:txBody>
      </p:sp>
      <p:sp>
        <p:nvSpPr>
          <p:cNvPr id="11" name="Marcador de texto 10"/>
          <p:cNvSpPr>
            <a:spLocks noGrp="1"/>
          </p:cNvSpPr>
          <p:nvPr>
            <p:ph type="body" sz="quarter" idx="15"/>
          </p:nvPr>
        </p:nvSpPr>
        <p:spPr>
          <a:xfrm>
            <a:off x="334962" y="2250332"/>
            <a:ext cx="11522075" cy="3586588"/>
          </a:xfrm>
        </p:spPr>
        <p:txBody>
          <a:bodyPr/>
          <a:lstStyle>
            <a:lvl1pPr>
              <a:defRPr sz="1300"/>
            </a:lvl1pPr>
            <a:lvl2pPr>
              <a:defRPr sz="1300"/>
            </a:lvl2pPr>
            <a:lvl3pPr>
              <a:defRPr sz="1300"/>
            </a:lvl3pPr>
            <a:lvl4pPr>
              <a:defRPr sz="1300"/>
            </a:lvl4pPr>
            <a:lvl5pPr>
              <a:defRPr sz="1300"/>
            </a:lvl5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72659"/>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40129191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zul Amazónico + Subtítulo Superior">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6"/>
            <a:ext cx="5501237" cy="732323"/>
          </a:xfrm>
        </p:spPr>
        <p:txBody>
          <a:bodyPr/>
          <a:lstStyle>
            <a:lvl1pPr>
              <a:defRPr/>
            </a:lvl1pPr>
          </a:lstStyle>
          <a:p>
            <a:r>
              <a:rPr lang="es-ES"/>
              <a:t>Título estándar para diapositiva base</a:t>
            </a:r>
          </a:p>
        </p:txBody>
      </p:sp>
      <p:sp>
        <p:nvSpPr>
          <p:cNvPr id="3" name="Marcador de pie de página 2"/>
          <p:cNvSpPr>
            <a:spLocks noGrp="1"/>
          </p:cNvSpPr>
          <p:nvPr>
            <p:ph type="ftr" sz="quarter" idx="10"/>
          </p:nvPr>
        </p:nvSpPr>
        <p:spPr/>
        <p:txBody>
          <a:bodyPr/>
          <a:lstStyle/>
          <a:p>
            <a:r>
              <a:rPr lang="it-IT"/>
              <a:t>INDRA • Nombre del documento • dd/mm/aaaa</a:t>
            </a:r>
            <a:endParaRPr lang="es-ES"/>
          </a:p>
        </p:txBody>
      </p:sp>
      <p:sp>
        <p:nvSpPr>
          <p:cNvPr id="11" name="Marcador de texto 10"/>
          <p:cNvSpPr>
            <a:spLocks noGrp="1"/>
          </p:cNvSpPr>
          <p:nvPr>
            <p:ph type="body" sz="quarter" idx="15"/>
          </p:nvPr>
        </p:nvSpPr>
        <p:spPr>
          <a:xfrm>
            <a:off x="334963" y="2250332"/>
            <a:ext cx="5501634" cy="3586588"/>
          </a:xfrm>
        </p:spPr>
        <p:txBody>
          <a:bodyPr/>
          <a:lstStyle>
            <a:lvl1pPr marL="0" indent="0">
              <a:buNone/>
              <a:defRPr sz="1300"/>
            </a:lvl1pPr>
            <a:lvl2pPr marL="216000" indent="0">
              <a:buNone/>
              <a:defRPr sz="1300"/>
            </a:lvl2pPr>
            <a:lvl3pPr marL="432000" indent="0">
              <a:buNone/>
              <a:defRPr sz="1300"/>
            </a:lvl3pPr>
            <a:lvl4pPr marL="648000" indent="0">
              <a:buNone/>
              <a:defRPr sz="1300"/>
            </a:lvl4pPr>
            <a:lvl5pPr marL="864000" indent="0">
              <a:buNone/>
              <a:defRPr sz="1300"/>
            </a:lvl5pPr>
          </a:lstStyle>
          <a:p>
            <a:pPr lvl="0"/>
            <a:r>
              <a:rPr lang="es-ES"/>
              <a:t>Editar el estilo de texto del patrón</a:t>
            </a:r>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5501237" cy="169277"/>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7" hasCustomPrompt="1"/>
          </p:nvPr>
        </p:nvSpPr>
        <p:spPr>
          <a:xfrm>
            <a:off x="6207600" y="549275"/>
            <a:ext cx="5649040" cy="732324"/>
          </a:xfrm>
          <a:prstGeom prst="rect">
            <a:avLst/>
          </a:prstGeom>
        </p:spPr>
        <p:txBody>
          <a:bodyPr lIns="0" tIns="0" rIns="0" bIns="0" anchor="b">
            <a:noAutofit/>
          </a:bodyPr>
          <a:lstStyle>
            <a:lvl1pPr marL="0" indent="0">
              <a:buNone/>
              <a:defRPr sz="1600">
                <a:solidFill>
                  <a:schemeClr val="tx1"/>
                </a:solidFill>
              </a:defRPr>
            </a:lvl1pPr>
          </a:lstStyle>
          <a:p>
            <a:pPr lvl="0"/>
            <a:r>
              <a:rPr lang="en-GB" noProof="1"/>
              <a:t>Subtítulo de diapositiva</a:t>
            </a:r>
          </a:p>
        </p:txBody>
      </p:sp>
      <p:cxnSp>
        <p:nvCxnSpPr>
          <p:cNvPr id="10" name="Conector recto 9">
            <a:extLst>
              <a:ext uri="{FF2B5EF4-FFF2-40B4-BE49-F238E27FC236}">
                <a16:creationId xmlns:a16="http://schemas.microsoft.com/office/drawing/2014/main" id="{95416989-4658-652B-A6F7-145BFB90D09B}"/>
              </a:ext>
            </a:extLst>
          </p:cNvPr>
          <p:cNvCxnSpPr/>
          <p:nvPr userDrawn="1"/>
        </p:nvCxnSpPr>
        <p:spPr>
          <a:xfrm>
            <a:off x="6096000" y="-1"/>
            <a:ext cx="0" cy="12816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5001105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lide Base - Azul Oscuro">
    <p:bg>
      <p:bgRef idx="1001">
        <a:schemeClr val="bg2"/>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4"/>
            <a:ext cx="11521678" cy="675163"/>
          </a:xfrm>
        </p:spPr>
        <p:txBody>
          <a:bodyPr/>
          <a:lstStyle>
            <a:lvl1pPr>
              <a:defRPr/>
            </a:lvl1pPr>
          </a:lstStyle>
          <a:p>
            <a:r>
              <a:rPr lang="es-ES"/>
              <a:t>Título estándar para diapositiva base</a:t>
            </a:r>
          </a:p>
        </p:txBody>
      </p:sp>
      <p:sp>
        <p:nvSpPr>
          <p:cNvPr id="3" name="Marcador de pie de página 2"/>
          <p:cNvSpPr>
            <a:spLocks noGrp="1"/>
          </p:cNvSpPr>
          <p:nvPr>
            <p:ph type="ftr" sz="quarter" idx="10"/>
          </p:nvPr>
        </p:nvSpPr>
        <p:spPr/>
        <p:txBody>
          <a:bodyPr/>
          <a:lstStyle/>
          <a:p>
            <a:r>
              <a:rPr lang="it-IT"/>
              <a:t>INDRA • Nombre del documento • dd/mm/aaaa</a:t>
            </a:r>
            <a:endParaRPr lang="es-ES"/>
          </a:p>
        </p:txBody>
      </p:sp>
      <p:sp>
        <p:nvSpPr>
          <p:cNvPr id="7" name="Text Placeholder 12">
            <a:extLst>
              <a:ext uri="{FF2B5EF4-FFF2-40B4-BE49-F238E27FC236}">
                <a16:creationId xmlns:a16="http://schemas.microsoft.com/office/drawing/2014/main" id="{760FFBBE-ADBD-0E1A-7872-BCD0D7AE3CF7}"/>
              </a:ext>
            </a:extLst>
          </p:cNvPr>
          <p:cNvSpPr>
            <a:spLocks noGrp="1"/>
          </p:cNvSpPr>
          <p:nvPr>
            <p:ph type="body" sz="quarter" idx="14" hasCustomPrompt="1"/>
          </p:nvPr>
        </p:nvSpPr>
        <p:spPr>
          <a:xfrm>
            <a:off x="335360" y="1496513"/>
            <a:ext cx="11521678" cy="519786"/>
          </a:xfrm>
          <a:prstGeom prst="rect">
            <a:avLst/>
          </a:prstGeom>
        </p:spPr>
        <p:txBody>
          <a:bodyPr lIns="0" tIns="0" rIns="0" bIns="0">
            <a:noAutofit/>
          </a:bodyPr>
          <a:lstStyle>
            <a:lvl1pPr marL="0" indent="0">
              <a:buNone/>
              <a:defRPr sz="1600">
                <a:solidFill>
                  <a:schemeClr val="tx1"/>
                </a:solidFill>
              </a:defRPr>
            </a:lvl1pPr>
          </a:lstStyle>
          <a:p>
            <a:pPr lvl="0"/>
            <a:r>
              <a:rPr lang="en-GB" noProof="1"/>
              <a:t>Subtítulo de diapositiva</a:t>
            </a:r>
          </a:p>
        </p:txBody>
      </p:sp>
      <p:sp>
        <p:nvSpPr>
          <p:cNvPr id="11" name="Marcador de texto 10"/>
          <p:cNvSpPr>
            <a:spLocks noGrp="1"/>
          </p:cNvSpPr>
          <p:nvPr>
            <p:ph type="body" sz="quarter" idx="15"/>
          </p:nvPr>
        </p:nvSpPr>
        <p:spPr>
          <a:xfrm>
            <a:off x="334962" y="2250332"/>
            <a:ext cx="11522075" cy="3586588"/>
          </a:xfrm>
        </p:spPr>
        <p:txBody>
          <a:bodyPr/>
          <a:lstStyle>
            <a:lvl1pPr>
              <a:defRPr sz="1300"/>
            </a:lvl1pPr>
            <a:lvl2pPr>
              <a:defRPr sz="1300"/>
            </a:lvl2pPr>
            <a:lvl3pPr>
              <a:defRPr sz="1300"/>
            </a:lvl3pPr>
            <a:lvl4pPr>
              <a:defRPr sz="1300"/>
            </a:lvl4pPr>
            <a:lvl5pPr>
              <a:defRPr sz="1300"/>
            </a:lvl5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72659"/>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18214878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zul Oscuro + Subtítulo Superior">
    <p:bg>
      <p:bgRef idx="1001">
        <a:schemeClr val="bg2"/>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6"/>
            <a:ext cx="5501237" cy="732323"/>
          </a:xfrm>
        </p:spPr>
        <p:txBody>
          <a:bodyPr/>
          <a:lstStyle>
            <a:lvl1pPr>
              <a:defRPr/>
            </a:lvl1pPr>
          </a:lstStyle>
          <a:p>
            <a:r>
              <a:rPr lang="es-ES"/>
              <a:t>Título estándar para diapositiva base</a:t>
            </a:r>
          </a:p>
        </p:txBody>
      </p:sp>
      <p:sp>
        <p:nvSpPr>
          <p:cNvPr id="3" name="Marcador de pie de página 2"/>
          <p:cNvSpPr>
            <a:spLocks noGrp="1"/>
          </p:cNvSpPr>
          <p:nvPr>
            <p:ph type="ftr" sz="quarter" idx="10"/>
          </p:nvPr>
        </p:nvSpPr>
        <p:spPr/>
        <p:txBody>
          <a:bodyPr/>
          <a:lstStyle/>
          <a:p>
            <a:r>
              <a:rPr lang="it-IT"/>
              <a:t>INDRA • Nombre del documento • dd/mm/aaaa</a:t>
            </a:r>
            <a:endParaRPr lang="es-ES"/>
          </a:p>
        </p:txBody>
      </p:sp>
      <p:sp>
        <p:nvSpPr>
          <p:cNvPr id="11" name="Marcador de texto 10"/>
          <p:cNvSpPr>
            <a:spLocks noGrp="1"/>
          </p:cNvSpPr>
          <p:nvPr>
            <p:ph type="body" sz="quarter" idx="15"/>
          </p:nvPr>
        </p:nvSpPr>
        <p:spPr>
          <a:xfrm>
            <a:off x="334963" y="2250332"/>
            <a:ext cx="5501634" cy="3586588"/>
          </a:xfrm>
        </p:spPr>
        <p:txBody>
          <a:bodyPr/>
          <a:lstStyle>
            <a:lvl1pPr marL="0" indent="0">
              <a:buNone/>
              <a:defRPr sz="1300"/>
            </a:lvl1pPr>
            <a:lvl2pPr marL="216000" indent="0">
              <a:buNone/>
              <a:defRPr sz="1300"/>
            </a:lvl2pPr>
            <a:lvl3pPr marL="432000" indent="0">
              <a:buNone/>
              <a:defRPr sz="1300"/>
            </a:lvl3pPr>
            <a:lvl4pPr marL="648000" indent="0">
              <a:buNone/>
              <a:defRPr sz="1300"/>
            </a:lvl4pPr>
            <a:lvl5pPr marL="864000" indent="0">
              <a:buNone/>
              <a:defRPr sz="1300"/>
            </a:lvl5pPr>
          </a:lstStyle>
          <a:p>
            <a:pPr lvl="0"/>
            <a:r>
              <a:rPr lang="es-ES"/>
              <a:t>Editar el estilo de texto del patrón</a:t>
            </a:r>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5501237" cy="169277"/>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7" hasCustomPrompt="1"/>
          </p:nvPr>
        </p:nvSpPr>
        <p:spPr>
          <a:xfrm>
            <a:off x="6207600" y="549275"/>
            <a:ext cx="5649040" cy="732324"/>
          </a:xfrm>
          <a:prstGeom prst="rect">
            <a:avLst/>
          </a:prstGeom>
        </p:spPr>
        <p:txBody>
          <a:bodyPr lIns="0" tIns="0" rIns="0" bIns="0" anchor="b">
            <a:noAutofit/>
          </a:bodyPr>
          <a:lstStyle>
            <a:lvl1pPr marL="0" indent="0">
              <a:buNone/>
              <a:defRPr sz="1600">
                <a:solidFill>
                  <a:schemeClr val="tx1"/>
                </a:solidFill>
              </a:defRPr>
            </a:lvl1pPr>
          </a:lstStyle>
          <a:p>
            <a:pPr lvl="0"/>
            <a:r>
              <a:rPr lang="en-GB" noProof="1"/>
              <a:t>Subtítulo de diapositiva</a:t>
            </a:r>
          </a:p>
        </p:txBody>
      </p:sp>
      <p:cxnSp>
        <p:nvCxnSpPr>
          <p:cNvPr id="10" name="Conector recto 9">
            <a:extLst>
              <a:ext uri="{FF2B5EF4-FFF2-40B4-BE49-F238E27FC236}">
                <a16:creationId xmlns:a16="http://schemas.microsoft.com/office/drawing/2014/main" id="{95416989-4658-652B-A6F7-145BFB90D09B}"/>
              </a:ext>
            </a:extLst>
          </p:cNvPr>
          <p:cNvCxnSpPr/>
          <p:nvPr userDrawn="1"/>
        </p:nvCxnSpPr>
        <p:spPr>
          <a:xfrm>
            <a:off x="6096000" y="-1"/>
            <a:ext cx="0" cy="12816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27140055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zul Amazónico + Full Imagen">
    <p:bg>
      <p:bgRef idx="1001">
        <a:schemeClr val="bg1"/>
      </p:bgRef>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EA8945F7-44C2-5054-86AD-347769EFB520}"/>
              </a:ext>
            </a:extLst>
          </p:cNvPr>
          <p:cNvSpPr>
            <a:spLocks noGrp="1"/>
          </p:cNvSpPr>
          <p:nvPr>
            <p:ph type="pic" sz="quarter" idx="10"/>
          </p:nvPr>
        </p:nvSpPr>
        <p:spPr>
          <a:xfrm>
            <a:off x="335360" y="346274"/>
            <a:ext cx="11521678" cy="5760840"/>
          </a:xfrm>
          <a:prstGeom prst="snip2DiagRect">
            <a:avLst>
              <a:gd name="adj1" fmla="val 2160"/>
              <a:gd name="adj2" fmla="val 2121"/>
            </a:avLst>
          </a:prstGeom>
        </p:spPr>
        <p:txBody>
          <a:bodyPr anchor="ctr"/>
          <a:lstStyle>
            <a:lvl1pPr marL="0" indent="0" algn="ctr">
              <a:buNone/>
              <a:defRPr sz="1600"/>
            </a:lvl1pPr>
          </a:lstStyle>
          <a:p>
            <a:r>
              <a:rPr lang="en-GB" noProof="1"/>
              <a:t>Haga clic en el icono para agregar una imagen</a:t>
            </a:r>
          </a:p>
        </p:txBody>
      </p:sp>
      <p:grpSp>
        <p:nvGrpSpPr>
          <p:cNvPr id="2" name="Group 4">
            <a:extLst>
              <a:ext uri="{FF2B5EF4-FFF2-40B4-BE49-F238E27FC236}">
                <a16:creationId xmlns:a16="http://schemas.microsoft.com/office/drawing/2014/main" id="{398EFEC9-7E55-09BE-B2A3-FFD158C6D675}"/>
              </a:ext>
            </a:extLst>
          </p:cNvPr>
          <p:cNvGrpSpPr>
            <a:grpSpLocks noChangeAspect="1"/>
          </p:cNvGrpSpPr>
          <p:nvPr userDrawn="1"/>
        </p:nvGrpSpPr>
        <p:grpSpPr bwMode="auto">
          <a:xfrm>
            <a:off x="10348328" y="6345927"/>
            <a:ext cx="1508312" cy="178698"/>
            <a:chOff x="820" y="1804"/>
            <a:chExt cx="6035" cy="715"/>
          </a:xfrm>
          <a:solidFill>
            <a:schemeClr val="tx1"/>
          </a:solidFill>
        </p:grpSpPr>
        <p:sp>
          <p:nvSpPr>
            <p:cNvPr id="4" name="Freeform 6">
              <a:extLst>
                <a:ext uri="{FF2B5EF4-FFF2-40B4-BE49-F238E27FC236}">
                  <a16:creationId xmlns:a16="http://schemas.microsoft.com/office/drawing/2014/main" id="{1514DC9B-83BA-04E8-D03B-DCDE758FD3D9}"/>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6" name="Freeform 7">
              <a:extLst>
                <a:ext uri="{FF2B5EF4-FFF2-40B4-BE49-F238E27FC236}">
                  <a16:creationId xmlns:a16="http://schemas.microsoft.com/office/drawing/2014/main" id="{3C80EE10-E1E2-5368-A3FF-FD5075BA60F4}"/>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7" name="Freeform 8">
              <a:extLst>
                <a:ext uri="{FF2B5EF4-FFF2-40B4-BE49-F238E27FC236}">
                  <a16:creationId xmlns:a16="http://schemas.microsoft.com/office/drawing/2014/main" id="{F2E38927-2606-97B5-2D0B-14534D3098B6}"/>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8" name="Marcador de pie de página 2"/>
          <p:cNvSpPr>
            <a:spLocks noGrp="1"/>
          </p:cNvSpPr>
          <p:nvPr>
            <p:ph type="ftr" sz="quarter" idx="11"/>
          </p:nvPr>
        </p:nvSpPr>
        <p:spPr>
          <a:xfrm>
            <a:off x="335360" y="6401514"/>
            <a:ext cx="7250933" cy="123111"/>
          </a:xfrm>
        </p:spPr>
        <p:txBody>
          <a:bodyPr>
            <a:spAutoFit/>
          </a:bodyPr>
          <a:lstStyle/>
          <a:p>
            <a:r>
              <a:rPr lang="it-IT"/>
              <a:t>INDRA • Nombre del documento • dd/mm/aaaa</a:t>
            </a:r>
            <a:endParaRPr lang="es-ES"/>
          </a:p>
        </p:txBody>
      </p:sp>
    </p:spTree>
    <p:extLst>
      <p:ext uri="{BB962C8B-B14F-4D97-AF65-F5344CB8AC3E}">
        <p14:creationId xmlns:p14="http://schemas.microsoft.com/office/powerpoint/2010/main" val="30909159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Gris Cerámica + Full Imagen">
    <p:bg>
      <p:bgRef idx="1001">
        <a:schemeClr val="bg2"/>
      </p:bgRef>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EA8945F7-44C2-5054-86AD-347769EFB520}"/>
              </a:ext>
            </a:extLst>
          </p:cNvPr>
          <p:cNvSpPr>
            <a:spLocks noGrp="1"/>
          </p:cNvSpPr>
          <p:nvPr>
            <p:ph type="pic" sz="quarter" idx="10"/>
          </p:nvPr>
        </p:nvSpPr>
        <p:spPr>
          <a:xfrm>
            <a:off x="335360" y="346274"/>
            <a:ext cx="11521678" cy="5760840"/>
          </a:xfrm>
          <a:prstGeom prst="snip2DiagRect">
            <a:avLst>
              <a:gd name="adj1" fmla="val 2160"/>
              <a:gd name="adj2" fmla="val 2121"/>
            </a:avLst>
          </a:prstGeom>
        </p:spPr>
        <p:txBody>
          <a:bodyPr anchor="ctr"/>
          <a:lstStyle>
            <a:lvl1pPr marL="0" indent="0" algn="ctr">
              <a:buNone/>
              <a:defRPr sz="1600"/>
            </a:lvl1pPr>
          </a:lstStyle>
          <a:p>
            <a:r>
              <a:rPr lang="en-GB" noProof="1"/>
              <a:t>Haga clic en el icono para agregar una imagen</a:t>
            </a:r>
          </a:p>
        </p:txBody>
      </p:sp>
      <p:grpSp>
        <p:nvGrpSpPr>
          <p:cNvPr id="2" name="Group 4">
            <a:extLst>
              <a:ext uri="{FF2B5EF4-FFF2-40B4-BE49-F238E27FC236}">
                <a16:creationId xmlns:a16="http://schemas.microsoft.com/office/drawing/2014/main" id="{398EFEC9-7E55-09BE-B2A3-FFD158C6D675}"/>
              </a:ext>
            </a:extLst>
          </p:cNvPr>
          <p:cNvGrpSpPr>
            <a:grpSpLocks noChangeAspect="1"/>
          </p:cNvGrpSpPr>
          <p:nvPr userDrawn="1"/>
        </p:nvGrpSpPr>
        <p:grpSpPr bwMode="auto">
          <a:xfrm>
            <a:off x="10348328" y="6345927"/>
            <a:ext cx="1508312" cy="178698"/>
            <a:chOff x="820" y="1804"/>
            <a:chExt cx="6035" cy="715"/>
          </a:xfrm>
          <a:solidFill>
            <a:schemeClr val="tx1"/>
          </a:solidFill>
        </p:grpSpPr>
        <p:sp>
          <p:nvSpPr>
            <p:cNvPr id="4" name="Freeform 6">
              <a:extLst>
                <a:ext uri="{FF2B5EF4-FFF2-40B4-BE49-F238E27FC236}">
                  <a16:creationId xmlns:a16="http://schemas.microsoft.com/office/drawing/2014/main" id="{1514DC9B-83BA-04E8-D03B-DCDE758FD3D9}"/>
                </a:ext>
              </a:extLst>
            </p:cNvPr>
            <p:cNvSpPr>
              <a:spLocks/>
            </p:cNvSpPr>
            <p:nvPr/>
          </p:nvSpPr>
          <p:spPr bwMode="auto">
            <a:xfrm>
              <a:off x="820" y="2215"/>
              <a:ext cx="1332" cy="304"/>
            </a:xfrm>
            <a:custGeom>
              <a:avLst/>
              <a:gdLst>
                <a:gd name="T0" fmla="*/ 0 w 1336"/>
                <a:gd name="T1" fmla="*/ 293 h 304"/>
                <a:gd name="T2" fmla="*/ 39 w 1336"/>
                <a:gd name="T3" fmla="*/ 304 h 304"/>
                <a:gd name="T4" fmla="*/ 668 w 1336"/>
                <a:gd name="T5" fmla="*/ 147 h 304"/>
                <a:gd name="T6" fmla="*/ 1297 w 1336"/>
                <a:gd name="T7" fmla="*/ 304 h 304"/>
                <a:gd name="T8" fmla="*/ 1336 w 1336"/>
                <a:gd name="T9" fmla="*/ 293 h 304"/>
                <a:gd name="T10" fmla="*/ 668 w 1336"/>
                <a:gd name="T11" fmla="*/ 0 h 304"/>
                <a:gd name="T12" fmla="*/ 0 w 1336"/>
                <a:gd name="T13" fmla="*/ 293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0" y="293"/>
                  </a:moveTo>
                  <a:cubicBezTo>
                    <a:pt x="39" y="304"/>
                    <a:pt x="39" y="304"/>
                    <a:pt x="39" y="304"/>
                  </a:cubicBezTo>
                  <a:cubicBezTo>
                    <a:pt x="39" y="304"/>
                    <a:pt x="521" y="157"/>
                    <a:pt x="668" y="147"/>
                  </a:cubicBezTo>
                  <a:cubicBezTo>
                    <a:pt x="815" y="157"/>
                    <a:pt x="1297" y="304"/>
                    <a:pt x="1297" y="304"/>
                  </a:cubicBezTo>
                  <a:cubicBezTo>
                    <a:pt x="1336" y="293"/>
                    <a:pt x="1336" y="293"/>
                    <a:pt x="1336" y="293"/>
                  </a:cubicBezTo>
                  <a:cubicBezTo>
                    <a:pt x="1336" y="293"/>
                    <a:pt x="917" y="5"/>
                    <a:pt x="668" y="0"/>
                  </a:cubicBezTo>
                  <a:cubicBezTo>
                    <a:pt x="419" y="5"/>
                    <a:pt x="0" y="293"/>
                    <a:pt x="0" y="29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6" name="Freeform 7">
              <a:extLst>
                <a:ext uri="{FF2B5EF4-FFF2-40B4-BE49-F238E27FC236}">
                  <a16:creationId xmlns:a16="http://schemas.microsoft.com/office/drawing/2014/main" id="{3C80EE10-E1E2-5368-A3FF-FD5075BA60F4}"/>
                </a:ext>
              </a:extLst>
            </p:cNvPr>
            <p:cNvSpPr>
              <a:spLocks/>
            </p:cNvSpPr>
            <p:nvPr/>
          </p:nvSpPr>
          <p:spPr bwMode="auto">
            <a:xfrm>
              <a:off x="820" y="1804"/>
              <a:ext cx="1332" cy="304"/>
            </a:xfrm>
            <a:custGeom>
              <a:avLst/>
              <a:gdLst>
                <a:gd name="T0" fmla="*/ 1336 w 1336"/>
                <a:gd name="T1" fmla="*/ 11 h 304"/>
                <a:gd name="T2" fmla="*/ 1297 w 1336"/>
                <a:gd name="T3" fmla="*/ 0 h 304"/>
                <a:gd name="T4" fmla="*/ 668 w 1336"/>
                <a:gd name="T5" fmla="*/ 157 h 304"/>
                <a:gd name="T6" fmla="*/ 39 w 1336"/>
                <a:gd name="T7" fmla="*/ 0 h 304"/>
                <a:gd name="T8" fmla="*/ 0 w 1336"/>
                <a:gd name="T9" fmla="*/ 11 h 304"/>
                <a:gd name="T10" fmla="*/ 668 w 1336"/>
                <a:gd name="T11" fmla="*/ 304 h 304"/>
                <a:gd name="T12" fmla="*/ 1336 w 1336"/>
                <a:gd name="T13" fmla="*/ 11 h 304"/>
              </a:gdLst>
              <a:ahLst/>
              <a:cxnLst>
                <a:cxn ang="0">
                  <a:pos x="T0" y="T1"/>
                </a:cxn>
                <a:cxn ang="0">
                  <a:pos x="T2" y="T3"/>
                </a:cxn>
                <a:cxn ang="0">
                  <a:pos x="T4" y="T5"/>
                </a:cxn>
                <a:cxn ang="0">
                  <a:pos x="T6" y="T7"/>
                </a:cxn>
                <a:cxn ang="0">
                  <a:pos x="T8" y="T9"/>
                </a:cxn>
                <a:cxn ang="0">
                  <a:pos x="T10" y="T11"/>
                </a:cxn>
                <a:cxn ang="0">
                  <a:pos x="T12" y="T13"/>
                </a:cxn>
              </a:cxnLst>
              <a:rect l="0" t="0" r="r" b="b"/>
              <a:pathLst>
                <a:path w="1336" h="304">
                  <a:moveTo>
                    <a:pt x="1336" y="11"/>
                  </a:moveTo>
                  <a:cubicBezTo>
                    <a:pt x="1297" y="0"/>
                    <a:pt x="1297" y="0"/>
                    <a:pt x="1297" y="0"/>
                  </a:cubicBezTo>
                  <a:cubicBezTo>
                    <a:pt x="1297" y="0"/>
                    <a:pt x="815" y="147"/>
                    <a:pt x="668" y="157"/>
                  </a:cubicBezTo>
                  <a:cubicBezTo>
                    <a:pt x="521" y="147"/>
                    <a:pt x="39" y="0"/>
                    <a:pt x="39" y="0"/>
                  </a:cubicBezTo>
                  <a:cubicBezTo>
                    <a:pt x="0" y="11"/>
                    <a:pt x="0" y="11"/>
                    <a:pt x="0" y="11"/>
                  </a:cubicBezTo>
                  <a:cubicBezTo>
                    <a:pt x="0" y="11"/>
                    <a:pt x="419" y="299"/>
                    <a:pt x="668" y="304"/>
                  </a:cubicBezTo>
                  <a:cubicBezTo>
                    <a:pt x="917" y="299"/>
                    <a:pt x="1336" y="11"/>
                    <a:pt x="1336" y="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7" name="Freeform 8">
              <a:extLst>
                <a:ext uri="{FF2B5EF4-FFF2-40B4-BE49-F238E27FC236}">
                  <a16:creationId xmlns:a16="http://schemas.microsoft.com/office/drawing/2014/main" id="{F2E38927-2606-97B5-2D0B-14534D3098B6}"/>
                </a:ext>
              </a:extLst>
            </p:cNvPr>
            <p:cNvSpPr>
              <a:spLocks noEditPoints="1"/>
            </p:cNvSpPr>
            <p:nvPr/>
          </p:nvSpPr>
          <p:spPr bwMode="auto">
            <a:xfrm>
              <a:off x="2497" y="1839"/>
              <a:ext cx="4358" cy="644"/>
            </a:xfrm>
            <a:custGeom>
              <a:avLst/>
              <a:gdLst>
                <a:gd name="T0" fmla="*/ 172 w 4370"/>
                <a:gd name="T1" fmla="*/ 0 h 645"/>
                <a:gd name="T2" fmla="*/ 0 w 4370"/>
                <a:gd name="T3" fmla="*/ 645 h 645"/>
                <a:gd name="T4" fmla="*/ 375 w 4370"/>
                <a:gd name="T5" fmla="*/ 0 h 645"/>
                <a:gd name="T6" fmla="*/ 1018 w 4370"/>
                <a:gd name="T7" fmla="*/ 501 h 645"/>
                <a:gd name="T8" fmla="*/ 1055 w 4370"/>
                <a:gd name="T9" fmla="*/ 0 h 645"/>
                <a:gd name="T10" fmla="*/ 1226 w 4370"/>
                <a:gd name="T11" fmla="*/ 645 h 645"/>
                <a:gd name="T12" fmla="*/ 583 w 4370"/>
                <a:gd name="T13" fmla="*/ 143 h 645"/>
                <a:gd name="T14" fmla="*/ 546 w 4370"/>
                <a:gd name="T15" fmla="*/ 645 h 645"/>
                <a:gd name="T16" fmla="*/ 375 w 4370"/>
                <a:gd name="T17" fmla="*/ 0 h 645"/>
                <a:gd name="T18" fmla="*/ 1926 w 4370"/>
                <a:gd name="T19" fmla="*/ 0 h 645"/>
                <a:gd name="T20" fmla="*/ 1926 w 4370"/>
                <a:gd name="T21" fmla="*/ 645 h 645"/>
                <a:gd name="T22" fmla="*/ 1429 w 4370"/>
                <a:gd name="T23" fmla="*/ 0 h 645"/>
                <a:gd name="T24" fmla="*/ 1926 w 4370"/>
                <a:gd name="T25" fmla="*/ 143 h 645"/>
                <a:gd name="T26" fmla="*/ 1601 w 4370"/>
                <a:gd name="T27" fmla="*/ 501 h 645"/>
                <a:gd name="T28" fmla="*/ 2105 w 4370"/>
                <a:gd name="T29" fmla="*/ 322 h 645"/>
                <a:gd name="T30" fmla="*/ 2979 w 4370"/>
                <a:gd name="T31" fmla="*/ 0 h 645"/>
                <a:gd name="T32" fmla="*/ 3107 w 4370"/>
                <a:gd name="T33" fmla="*/ 444 h 645"/>
                <a:gd name="T34" fmla="*/ 3265 w 4370"/>
                <a:gd name="T35" fmla="*/ 641 h 645"/>
                <a:gd name="T36" fmla="*/ 3068 w 4370"/>
                <a:gd name="T37" fmla="*/ 645 h 645"/>
                <a:gd name="T38" fmla="*/ 2591 w 4370"/>
                <a:gd name="T39" fmla="*/ 463 h 645"/>
                <a:gd name="T40" fmla="*/ 2420 w 4370"/>
                <a:gd name="T41" fmla="*/ 645 h 645"/>
                <a:gd name="T42" fmla="*/ 3086 w 4370"/>
                <a:gd name="T43" fmla="*/ 231 h 645"/>
                <a:gd name="T44" fmla="*/ 2591 w 4370"/>
                <a:gd name="T45" fmla="*/ 143 h 645"/>
                <a:gd name="T46" fmla="*/ 2979 w 4370"/>
                <a:gd name="T47" fmla="*/ 319 h 645"/>
                <a:gd name="T48" fmla="*/ 3358 w 4370"/>
                <a:gd name="T49" fmla="*/ 641 h 645"/>
                <a:gd name="T50" fmla="*/ 3986 w 4370"/>
                <a:gd name="T51" fmla="*/ 0 h 645"/>
                <a:gd name="T52" fmla="*/ 4370 w 4370"/>
                <a:gd name="T53" fmla="*/ 645 h 645"/>
                <a:gd name="T54" fmla="*/ 4110 w 4370"/>
                <a:gd name="T55" fmla="*/ 525 h 645"/>
                <a:gd name="T56" fmla="*/ 3549 w 4370"/>
                <a:gd name="T57" fmla="*/ 645 h 645"/>
                <a:gd name="T58" fmla="*/ 3358 w 4370"/>
                <a:gd name="T59" fmla="*/ 641 h 645"/>
                <a:gd name="T60" fmla="*/ 3892 w 4370"/>
                <a:gd name="T61" fmla="*/ 143 h 645"/>
                <a:gd name="T62" fmla="*/ 3700 w 4370"/>
                <a:gd name="T63" fmla="*/ 38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70" h="645">
                  <a:moveTo>
                    <a:pt x="0" y="0"/>
                  </a:moveTo>
                  <a:cubicBezTo>
                    <a:pt x="172" y="0"/>
                    <a:pt x="172" y="0"/>
                    <a:pt x="172" y="0"/>
                  </a:cubicBezTo>
                  <a:cubicBezTo>
                    <a:pt x="172" y="645"/>
                    <a:pt x="172" y="645"/>
                    <a:pt x="172" y="645"/>
                  </a:cubicBezTo>
                  <a:cubicBezTo>
                    <a:pt x="0" y="645"/>
                    <a:pt x="0" y="645"/>
                    <a:pt x="0" y="645"/>
                  </a:cubicBezTo>
                  <a:lnTo>
                    <a:pt x="0" y="0"/>
                  </a:lnTo>
                  <a:close/>
                  <a:moveTo>
                    <a:pt x="375" y="0"/>
                  </a:moveTo>
                  <a:cubicBezTo>
                    <a:pt x="682" y="0"/>
                    <a:pt x="682" y="0"/>
                    <a:pt x="682" y="0"/>
                  </a:cubicBezTo>
                  <a:cubicBezTo>
                    <a:pt x="1018" y="501"/>
                    <a:pt x="1018" y="501"/>
                    <a:pt x="1018" y="501"/>
                  </a:cubicBezTo>
                  <a:cubicBezTo>
                    <a:pt x="1055" y="501"/>
                    <a:pt x="1055" y="501"/>
                    <a:pt x="1055" y="501"/>
                  </a:cubicBezTo>
                  <a:cubicBezTo>
                    <a:pt x="1055" y="0"/>
                    <a:pt x="1055" y="0"/>
                    <a:pt x="1055" y="0"/>
                  </a:cubicBezTo>
                  <a:cubicBezTo>
                    <a:pt x="1226" y="0"/>
                    <a:pt x="1226" y="0"/>
                    <a:pt x="1226" y="0"/>
                  </a:cubicBezTo>
                  <a:cubicBezTo>
                    <a:pt x="1226" y="645"/>
                    <a:pt x="1226" y="645"/>
                    <a:pt x="1226" y="645"/>
                  </a:cubicBezTo>
                  <a:cubicBezTo>
                    <a:pt x="919" y="645"/>
                    <a:pt x="919" y="645"/>
                    <a:pt x="919" y="645"/>
                  </a:cubicBezTo>
                  <a:cubicBezTo>
                    <a:pt x="583" y="143"/>
                    <a:pt x="583" y="143"/>
                    <a:pt x="583" y="143"/>
                  </a:cubicBezTo>
                  <a:cubicBezTo>
                    <a:pt x="546" y="143"/>
                    <a:pt x="546" y="143"/>
                    <a:pt x="546" y="143"/>
                  </a:cubicBezTo>
                  <a:cubicBezTo>
                    <a:pt x="546" y="645"/>
                    <a:pt x="546" y="645"/>
                    <a:pt x="546" y="645"/>
                  </a:cubicBezTo>
                  <a:cubicBezTo>
                    <a:pt x="375" y="645"/>
                    <a:pt x="375" y="645"/>
                    <a:pt x="375" y="645"/>
                  </a:cubicBezTo>
                  <a:lnTo>
                    <a:pt x="375" y="0"/>
                  </a:lnTo>
                  <a:close/>
                  <a:moveTo>
                    <a:pt x="1429" y="0"/>
                  </a:moveTo>
                  <a:cubicBezTo>
                    <a:pt x="1926" y="0"/>
                    <a:pt x="1926" y="0"/>
                    <a:pt x="1926" y="0"/>
                  </a:cubicBezTo>
                  <a:cubicBezTo>
                    <a:pt x="2147" y="0"/>
                    <a:pt x="2281" y="122"/>
                    <a:pt x="2281" y="322"/>
                  </a:cubicBezTo>
                  <a:cubicBezTo>
                    <a:pt x="2281" y="522"/>
                    <a:pt x="2147" y="645"/>
                    <a:pt x="1926" y="645"/>
                  </a:cubicBezTo>
                  <a:cubicBezTo>
                    <a:pt x="1429" y="645"/>
                    <a:pt x="1429" y="645"/>
                    <a:pt x="1429" y="645"/>
                  </a:cubicBezTo>
                  <a:lnTo>
                    <a:pt x="1429" y="0"/>
                  </a:lnTo>
                  <a:close/>
                  <a:moveTo>
                    <a:pt x="2105" y="322"/>
                  </a:moveTo>
                  <a:cubicBezTo>
                    <a:pt x="2105" y="206"/>
                    <a:pt x="2042" y="143"/>
                    <a:pt x="1926" y="143"/>
                  </a:cubicBezTo>
                  <a:cubicBezTo>
                    <a:pt x="1601" y="143"/>
                    <a:pt x="1601" y="143"/>
                    <a:pt x="1601" y="143"/>
                  </a:cubicBezTo>
                  <a:cubicBezTo>
                    <a:pt x="1601" y="501"/>
                    <a:pt x="1601" y="501"/>
                    <a:pt x="1601" y="501"/>
                  </a:cubicBezTo>
                  <a:cubicBezTo>
                    <a:pt x="1926" y="501"/>
                    <a:pt x="1926" y="501"/>
                    <a:pt x="1926" y="501"/>
                  </a:cubicBezTo>
                  <a:cubicBezTo>
                    <a:pt x="2042" y="501"/>
                    <a:pt x="2105" y="439"/>
                    <a:pt x="2105" y="322"/>
                  </a:cubicBezTo>
                  <a:close/>
                  <a:moveTo>
                    <a:pt x="2420" y="0"/>
                  </a:moveTo>
                  <a:cubicBezTo>
                    <a:pt x="2979" y="0"/>
                    <a:pt x="2979" y="0"/>
                    <a:pt x="2979" y="0"/>
                  </a:cubicBezTo>
                  <a:cubicBezTo>
                    <a:pt x="3157" y="0"/>
                    <a:pt x="3262" y="85"/>
                    <a:pt x="3262" y="231"/>
                  </a:cubicBezTo>
                  <a:cubicBezTo>
                    <a:pt x="3262" y="337"/>
                    <a:pt x="3205" y="412"/>
                    <a:pt x="3107" y="444"/>
                  </a:cubicBezTo>
                  <a:cubicBezTo>
                    <a:pt x="3107" y="459"/>
                    <a:pt x="3107" y="459"/>
                    <a:pt x="3107" y="459"/>
                  </a:cubicBezTo>
                  <a:cubicBezTo>
                    <a:pt x="3265" y="641"/>
                    <a:pt x="3265" y="641"/>
                    <a:pt x="3265" y="641"/>
                  </a:cubicBezTo>
                  <a:cubicBezTo>
                    <a:pt x="3265" y="645"/>
                    <a:pt x="3265" y="645"/>
                    <a:pt x="3265" y="645"/>
                  </a:cubicBezTo>
                  <a:cubicBezTo>
                    <a:pt x="3068" y="645"/>
                    <a:pt x="3068" y="645"/>
                    <a:pt x="3068" y="645"/>
                  </a:cubicBezTo>
                  <a:cubicBezTo>
                    <a:pt x="2913" y="463"/>
                    <a:pt x="2913" y="463"/>
                    <a:pt x="2913" y="463"/>
                  </a:cubicBezTo>
                  <a:cubicBezTo>
                    <a:pt x="2591" y="463"/>
                    <a:pt x="2591" y="463"/>
                    <a:pt x="2591" y="463"/>
                  </a:cubicBezTo>
                  <a:cubicBezTo>
                    <a:pt x="2591" y="645"/>
                    <a:pt x="2591" y="645"/>
                    <a:pt x="2591" y="645"/>
                  </a:cubicBezTo>
                  <a:cubicBezTo>
                    <a:pt x="2420" y="645"/>
                    <a:pt x="2420" y="645"/>
                    <a:pt x="2420" y="645"/>
                  </a:cubicBezTo>
                  <a:lnTo>
                    <a:pt x="2420" y="0"/>
                  </a:lnTo>
                  <a:close/>
                  <a:moveTo>
                    <a:pt x="3086" y="231"/>
                  </a:moveTo>
                  <a:cubicBezTo>
                    <a:pt x="3086" y="175"/>
                    <a:pt x="3048" y="143"/>
                    <a:pt x="2979" y="143"/>
                  </a:cubicBezTo>
                  <a:cubicBezTo>
                    <a:pt x="2591" y="143"/>
                    <a:pt x="2591" y="143"/>
                    <a:pt x="2591" y="143"/>
                  </a:cubicBezTo>
                  <a:cubicBezTo>
                    <a:pt x="2591" y="319"/>
                    <a:pt x="2591" y="319"/>
                    <a:pt x="2591" y="319"/>
                  </a:cubicBezTo>
                  <a:cubicBezTo>
                    <a:pt x="2979" y="319"/>
                    <a:pt x="2979" y="319"/>
                    <a:pt x="2979" y="319"/>
                  </a:cubicBezTo>
                  <a:cubicBezTo>
                    <a:pt x="3048" y="319"/>
                    <a:pt x="3086" y="287"/>
                    <a:pt x="3086" y="231"/>
                  </a:cubicBezTo>
                  <a:close/>
                  <a:moveTo>
                    <a:pt x="3358" y="641"/>
                  </a:moveTo>
                  <a:cubicBezTo>
                    <a:pt x="3742" y="0"/>
                    <a:pt x="3742" y="0"/>
                    <a:pt x="3742" y="0"/>
                  </a:cubicBezTo>
                  <a:cubicBezTo>
                    <a:pt x="3986" y="0"/>
                    <a:pt x="3986" y="0"/>
                    <a:pt x="3986" y="0"/>
                  </a:cubicBezTo>
                  <a:cubicBezTo>
                    <a:pt x="4370" y="641"/>
                    <a:pt x="4370" y="641"/>
                    <a:pt x="4370" y="641"/>
                  </a:cubicBezTo>
                  <a:cubicBezTo>
                    <a:pt x="4370" y="645"/>
                    <a:pt x="4370" y="645"/>
                    <a:pt x="4370" y="645"/>
                  </a:cubicBezTo>
                  <a:cubicBezTo>
                    <a:pt x="4179" y="645"/>
                    <a:pt x="4179" y="645"/>
                    <a:pt x="4179" y="645"/>
                  </a:cubicBezTo>
                  <a:cubicBezTo>
                    <a:pt x="4110" y="525"/>
                    <a:pt x="4110" y="525"/>
                    <a:pt x="4110" y="525"/>
                  </a:cubicBezTo>
                  <a:cubicBezTo>
                    <a:pt x="3618" y="525"/>
                    <a:pt x="3618" y="525"/>
                    <a:pt x="3618" y="525"/>
                  </a:cubicBezTo>
                  <a:cubicBezTo>
                    <a:pt x="3549" y="645"/>
                    <a:pt x="3549" y="645"/>
                    <a:pt x="3549" y="645"/>
                  </a:cubicBezTo>
                  <a:cubicBezTo>
                    <a:pt x="3358" y="645"/>
                    <a:pt x="3358" y="645"/>
                    <a:pt x="3358" y="645"/>
                  </a:cubicBezTo>
                  <a:lnTo>
                    <a:pt x="3358" y="641"/>
                  </a:lnTo>
                  <a:close/>
                  <a:moveTo>
                    <a:pt x="4028" y="381"/>
                  </a:moveTo>
                  <a:cubicBezTo>
                    <a:pt x="3892" y="143"/>
                    <a:pt x="3892" y="143"/>
                    <a:pt x="3892" y="143"/>
                  </a:cubicBezTo>
                  <a:cubicBezTo>
                    <a:pt x="3836" y="143"/>
                    <a:pt x="3836" y="143"/>
                    <a:pt x="3836" y="143"/>
                  </a:cubicBezTo>
                  <a:cubicBezTo>
                    <a:pt x="3700" y="381"/>
                    <a:pt x="3700" y="381"/>
                    <a:pt x="3700" y="381"/>
                  </a:cubicBezTo>
                  <a:lnTo>
                    <a:pt x="4028" y="3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8" name="Marcador de pie de página 2"/>
          <p:cNvSpPr>
            <a:spLocks noGrp="1"/>
          </p:cNvSpPr>
          <p:nvPr>
            <p:ph type="ftr" sz="quarter" idx="11"/>
          </p:nvPr>
        </p:nvSpPr>
        <p:spPr>
          <a:xfrm>
            <a:off x="335360" y="6401514"/>
            <a:ext cx="7250933" cy="123111"/>
          </a:xfrm>
        </p:spPr>
        <p:txBody>
          <a:bodyPr>
            <a:spAutoFit/>
          </a:bodyPr>
          <a:lstStyle/>
          <a:p>
            <a:r>
              <a:rPr lang="it-IT"/>
              <a:t>INDRA • Nombre del documento • dd/mm/aaaa</a:t>
            </a:r>
            <a:endParaRPr lang="es-ES"/>
          </a:p>
        </p:txBody>
      </p:sp>
    </p:spTree>
    <p:extLst>
      <p:ext uri="{BB962C8B-B14F-4D97-AF65-F5344CB8AC3E}">
        <p14:creationId xmlns:p14="http://schemas.microsoft.com/office/powerpoint/2010/main" val="24809223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n Full-Size">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3534483-BFEA-6F98-4C59-C1E0C000331F}"/>
              </a:ext>
            </a:extLst>
          </p:cNvPr>
          <p:cNvSpPr>
            <a:spLocks noGrp="1"/>
          </p:cNvSpPr>
          <p:nvPr>
            <p:ph type="pic" sz="quarter" idx="10"/>
          </p:nvPr>
        </p:nvSpPr>
        <p:spPr>
          <a:xfrm>
            <a:off x="0" y="0"/>
            <a:ext cx="12192000" cy="6858000"/>
          </a:xfrm>
          <a:prstGeom prst="rect">
            <a:avLst/>
          </a:prstGeom>
          <a:ln>
            <a:noFill/>
          </a:ln>
        </p:spPr>
        <p:txBody>
          <a:bodyPr anchor="ctr"/>
          <a:lstStyle>
            <a:lvl1pPr marL="0" indent="0" algn="ctr">
              <a:buNone/>
              <a:defRPr sz="1600"/>
            </a:lvl1pPr>
          </a:lstStyle>
          <a:p>
            <a:r>
              <a:rPr lang="en-GB" noProof="1"/>
              <a:t>Haga clic en el icono para agregar una imagen</a:t>
            </a:r>
          </a:p>
        </p:txBody>
      </p:sp>
      <p:sp>
        <p:nvSpPr>
          <p:cNvPr id="3" name="Marcador de pie de página 2">
            <a:extLst>
              <a:ext uri="{FF2B5EF4-FFF2-40B4-BE49-F238E27FC236}">
                <a16:creationId xmlns:a16="http://schemas.microsoft.com/office/drawing/2014/main" id="{BEC4A452-E1E1-0A97-D33D-DFD97CAED38B}"/>
              </a:ext>
            </a:extLst>
          </p:cNvPr>
          <p:cNvSpPr>
            <a:spLocks noGrp="1"/>
          </p:cNvSpPr>
          <p:nvPr>
            <p:ph type="ftr" sz="quarter" idx="11"/>
          </p:nvPr>
        </p:nvSpPr>
        <p:spPr>
          <a:xfrm>
            <a:off x="335360" y="6401514"/>
            <a:ext cx="7250933" cy="123111"/>
          </a:xfrm>
          <a:prstGeom prst="rect">
            <a:avLst/>
          </a:prstGeom>
        </p:spPr>
        <p:txBody>
          <a:bodyPr>
            <a:spAutoFit/>
          </a:bodyPr>
          <a:lstStyle/>
          <a:p>
            <a:r>
              <a:rPr lang="it-IT"/>
              <a:t>INDRA • Nombre del documento • dd/mm/aaaa</a:t>
            </a:r>
            <a:endParaRPr lang="es-ES"/>
          </a:p>
        </p:txBody>
      </p:sp>
      <p:sp>
        <p:nvSpPr>
          <p:cNvPr id="6"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21030319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Vacía">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06732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oleObject" Target="../embeddings/oleObject1.bin"/><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ags" Target="../tags/tag1.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theme" Target="../theme/theme2.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AutoShape 3"/>
          <p:cNvSpPr>
            <a:spLocks noChangeAspect="1" noChangeArrowheads="1" noTextEdit="1"/>
          </p:cNvSpPr>
          <p:nvPr userDrawn="1"/>
        </p:nvSpPr>
        <p:spPr bwMode="auto">
          <a:xfrm>
            <a:off x="336550" y="6539592"/>
            <a:ext cx="761644" cy="9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Marcador de pie de página 2"/>
          <p:cNvSpPr>
            <a:spLocks noGrp="1"/>
          </p:cNvSpPr>
          <p:nvPr userDrawn="1">
            <p:ph type="ftr" sz="quarter" idx="3"/>
          </p:nvPr>
        </p:nvSpPr>
        <p:spPr>
          <a:xfrm>
            <a:off x="1430332" y="6523038"/>
            <a:ext cx="3355708" cy="123111"/>
          </a:xfrm>
          <a:prstGeom prst="rect">
            <a:avLst/>
          </a:prstGeom>
        </p:spPr>
        <p:txBody>
          <a:bodyPr wrap="square" lIns="0" tIns="0" rIns="0" bIns="0" anchor="ctr" anchorCtr="0">
            <a:spAutoFit/>
          </a:bodyPr>
          <a:lstStyle>
            <a:lvl1pPr>
              <a:defRPr sz="800"/>
            </a:lvl1pPr>
          </a:lstStyle>
          <a:p>
            <a:r>
              <a:rPr lang="es-ES"/>
              <a:t>Pie de página • Edítalo según tus necesidades </a:t>
            </a:r>
            <a:endParaRPr lang="es-ES" dirty="0"/>
          </a:p>
        </p:txBody>
      </p:sp>
      <p:sp>
        <p:nvSpPr>
          <p:cNvPr id="26" name="Marcador de título 25"/>
          <p:cNvSpPr>
            <a:spLocks noGrp="1"/>
          </p:cNvSpPr>
          <p:nvPr>
            <p:ph type="title"/>
          </p:nvPr>
        </p:nvSpPr>
        <p:spPr>
          <a:xfrm>
            <a:off x="336550" y="334964"/>
            <a:ext cx="11518900" cy="844011"/>
          </a:xfrm>
          <a:prstGeom prst="rect">
            <a:avLst/>
          </a:prstGeom>
        </p:spPr>
        <p:txBody>
          <a:bodyPr vert="horz" lIns="0" tIns="0" rIns="0" bIns="0" rtlCol="0" anchor="t">
            <a:noAutofit/>
          </a:bodyPr>
          <a:lstStyle/>
          <a:p>
            <a:r>
              <a:rPr lang="es-ES" dirty="0"/>
              <a:t>Haga clic para modificar el estilo de título del patrón</a:t>
            </a:r>
          </a:p>
        </p:txBody>
      </p:sp>
      <p:sp>
        <p:nvSpPr>
          <p:cNvPr id="3" name="Marcador de texto 2"/>
          <p:cNvSpPr>
            <a:spLocks noGrp="1"/>
          </p:cNvSpPr>
          <p:nvPr>
            <p:ph type="body" idx="1"/>
          </p:nvPr>
        </p:nvSpPr>
        <p:spPr>
          <a:xfrm>
            <a:off x="336550" y="1268976"/>
            <a:ext cx="11518900" cy="4931799"/>
          </a:xfrm>
          <a:prstGeom prst="rect">
            <a:avLst/>
          </a:prstGeom>
        </p:spPr>
        <p:txBody>
          <a:bodyPr vert="horz" lIns="0" tIns="0" rIns="0" bIns="0" rtlCol="0">
            <a:noAutofit/>
          </a:bodyPr>
          <a:lstStyle/>
          <a:p>
            <a:pPr lvl="0"/>
            <a:r>
              <a:rPr lang="es-ES" dirty="0"/>
              <a:t>Editar el estilo de texto del patrón</a:t>
            </a:r>
          </a:p>
          <a:p>
            <a:pPr marL="324000" lvl="1" indent="-144000" algn="l" defTabSz="914400" rtl="0" eaLnBrk="1" latinLnBrk="0" hangingPunct="1">
              <a:lnSpc>
                <a:spcPct val="100000"/>
              </a:lnSpc>
              <a:spcBef>
                <a:spcPts val="0"/>
              </a:spcBef>
              <a:spcAft>
                <a:spcPts val="600"/>
              </a:spcAft>
              <a:buFont typeface="Arial" panose="020B0604020202020204" pitchFamily="34" charset="0"/>
              <a:buChar char="•"/>
            </a:pPr>
            <a:r>
              <a:rPr lang="es-ES" dirty="0"/>
              <a:t>Segundo nivel</a:t>
            </a:r>
          </a:p>
          <a:p>
            <a:pPr marL="504000" lvl="2" indent="-144000" algn="l" defTabSz="914400" rtl="0" eaLnBrk="1" latinLnBrk="0" hangingPunct="1">
              <a:lnSpc>
                <a:spcPct val="100000"/>
              </a:lnSpc>
              <a:spcBef>
                <a:spcPts val="0"/>
              </a:spcBef>
              <a:spcAft>
                <a:spcPts val="600"/>
              </a:spcAft>
              <a:buFont typeface="Arial" panose="020B0604020202020204" pitchFamily="34" charset="0"/>
              <a:buChar char="•"/>
            </a:pPr>
            <a:r>
              <a:rPr lang="es-ES" dirty="0"/>
              <a:t>Tercer nivel</a:t>
            </a:r>
          </a:p>
          <a:p>
            <a:pPr lvl="3"/>
            <a:r>
              <a:rPr lang="es-ES" dirty="0"/>
              <a:t>Cuarto nivel</a:t>
            </a:r>
          </a:p>
          <a:p>
            <a:pPr lvl="4"/>
            <a:r>
              <a:rPr lang="es-ES" dirty="0"/>
              <a:t>Quinto nivel</a:t>
            </a:r>
          </a:p>
        </p:txBody>
      </p:sp>
      <p:sp>
        <p:nvSpPr>
          <p:cNvPr id="4" name="Marcador de número de diapositiva 3"/>
          <p:cNvSpPr>
            <a:spLocks noGrp="1"/>
          </p:cNvSpPr>
          <p:nvPr>
            <p:ph type="sldNum" sz="quarter" idx="4"/>
          </p:nvPr>
        </p:nvSpPr>
        <p:spPr>
          <a:xfrm>
            <a:off x="11136560" y="6523038"/>
            <a:ext cx="718890" cy="123111"/>
          </a:xfrm>
          <a:prstGeom prst="rect">
            <a:avLst/>
          </a:prstGeom>
        </p:spPr>
        <p:txBody>
          <a:bodyPr vert="horz" wrap="square" lIns="0" tIns="0" rIns="0" bIns="0" rtlCol="0" anchor="ctr">
            <a:spAutoFit/>
          </a:bodyPr>
          <a:lstStyle>
            <a:lvl1pPr algn="r">
              <a:defRPr sz="800">
                <a:solidFill>
                  <a:schemeClr val="tx1">
                    <a:tint val="75000"/>
                  </a:schemeClr>
                </a:solidFill>
              </a:defRPr>
            </a:lvl1pPr>
          </a:lstStyle>
          <a:p>
            <a:fld id="{62BDF71B-C47C-4195-98C2-A4F5335C27F9}" type="slidenum">
              <a:rPr lang="es-ES" smtClean="0"/>
              <a:pPr/>
              <a:t>‹Nº›</a:t>
            </a:fld>
            <a:endParaRPr lang="es-ES" dirty="0"/>
          </a:p>
        </p:txBody>
      </p:sp>
    </p:spTree>
    <p:extLst>
      <p:ext uri="{BB962C8B-B14F-4D97-AF65-F5344CB8AC3E}">
        <p14:creationId xmlns:p14="http://schemas.microsoft.com/office/powerpoint/2010/main" val="2627982398"/>
      </p:ext>
    </p:extLst>
  </p:cSld>
  <p:clrMap bg1="dk1" tx1="lt1" bg2="dk2" tx2="lt2" accent1="accent1" accent2="accent2" accent3="accent3" accent4="accent4" accent5="accent5" accent6="accent6" hlink="hlink" folHlink="folHlink"/>
  <p:sldLayoutIdLst>
    <p:sldLayoutId id="2147483707" r:id="rId1"/>
    <p:sldLayoutId id="2147483653"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5" r:id="rId12"/>
    <p:sldLayoutId id="2147483692" r:id="rId13"/>
    <p:sldLayoutId id="2147483684" r:id="rId14"/>
    <p:sldLayoutId id="2147483688" r:id="rId15"/>
    <p:sldLayoutId id="2147483693" r:id="rId16"/>
    <p:sldLayoutId id="2147483686" r:id="rId17"/>
    <p:sldLayoutId id="2147483709" r:id="rId18"/>
    <p:sldLayoutId id="2147483694" r:id="rId19"/>
    <p:sldLayoutId id="2147483710" r:id="rId20"/>
    <p:sldLayoutId id="2147483695" r:id="rId21"/>
    <p:sldLayoutId id="2147483711" r:id="rId22"/>
    <p:sldLayoutId id="2147483696" r:id="rId23"/>
    <p:sldLayoutId id="2147483712" r:id="rId24"/>
    <p:sldLayoutId id="2147483697" r:id="rId25"/>
    <p:sldLayoutId id="2147483698" r:id="rId26"/>
    <p:sldLayoutId id="2147483708" r:id="rId27"/>
    <p:sldLayoutId id="2147483699" r:id="rId28"/>
    <p:sldLayoutId id="2147483705" r:id="rId29"/>
    <p:sldLayoutId id="2147483706" r:id="rId30"/>
    <p:sldLayoutId id="2147483700" r:id="rId31"/>
    <p:sldLayoutId id="2147483713" r:id="rId32"/>
    <p:sldLayoutId id="2147483703" r:id="rId33"/>
    <p:sldLayoutId id="2147483714" r:id="rId34"/>
    <p:sldLayoutId id="2147483715" r:id="rId35"/>
    <p:sldLayoutId id="2147483716" r:id="rId36"/>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defTabSz="914400" rtl="0" eaLnBrk="1" latinLnBrk="0" hangingPunct="1">
        <a:lnSpc>
          <a:spcPct val="85000"/>
        </a:lnSpc>
        <a:spcBef>
          <a:spcPct val="0"/>
        </a:spcBef>
        <a:buNone/>
        <a:defRPr sz="3200" kern="1200">
          <a:solidFill>
            <a:schemeClr val="tx1"/>
          </a:solidFill>
          <a:latin typeface="+mj-lt"/>
          <a:ea typeface="+mj-ea"/>
          <a:cs typeface="+mj-cs"/>
        </a:defRPr>
      </a:lvl1pPr>
    </p:titleStyle>
    <p:bodyStyle>
      <a:lvl1pPr marL="144000" indent="-144000" algn="l" defTabSz="914400" rtl="0" eaLnBrk="1" latinLnBrk="0" hangingPunct="1">
        <a:lnSpc>
          <a:spcPct val="100000"/>
        </a:lnSpc>
        <a:spcBef>
          <a:spcPts val="1800"/>
        </a:spcBef>
        <a:spcAft>
          <a:spcPts val="600"/>
        </a:spcAft>
        <a:buFont typeface="Arial" panose="020B0604020202020204" pitchFamily="34" charset="0"/>
        <a:buChar char="•"/>
        <a:defRPr lang="es-ES" sz="1400" kern="1200" dirty="0" smtClean="0">
          <a:solidFill>
            <a:schemeClr val="tx1"/>
          </a:solidFill>
          <a:latin typeface="+mn-lt"/>
          <a:ea typeface="+mn-ea"/>
          <a:cs typeface="+mn-cs"/>
        </a:defRPr>
      </a:lvl1pPr>
      <a:lvl2pPr marL="351450" indent="-171450" algn="l" defTabSz="914400" rtl="0" eaLnBrk="1" latinLnBrk="0" hangingPunct="1">
        <a:lnSpc>
          <a:spcPct val="100000"/>
        </a:lnSpc>
        <a:spcBef>
          <a:spcPts val="0"/>
        </a:spcBef>
        <a:spcAft>
          <a:spcPts val="600"/>
        </a:spcAft>
        <a:buFont typeface="Arial" panose="020B0604020202020204" pitchFamily="34" charset="0"/>
        <a:buChar char="•"/>
        <a:defRPr lang="es-ES" sz="1200" kern="1200" dirty="0" smtClean="0">
          <a:solidFill>
            <a:schemeClr val="tx1"/>
          </a:solidFill>
          <a:latin typeface="+mn-lt"/>
          <a:ea typeface="+mn-ea"/>
          <a:cs typeface="+mn-cs"/>
        </a:defRPr>
      </a:lvl2pPr>
      <a:lvl3pPr marL="531450" indent="-171450" algn="l" defTabSz="914400" rtl="0" eaLnBrk="1" latinLnBrk="0" hangingPunct="1">
        <a:lnSpc>
          <a:spcPct val="100000"/>
        </a:lnSpc>
        <a:spcBef>
          <a:spcPts val="0"/>
        </a:spcBef>
        <a:spcAft>
          <a:spcPts val="600"/>
        </a:spcAft>
        <a:buFont typeface="Arial" panose="020B0604020202020204" pitchFamily="34" charset="0"/>
        <a:buChar char="•"/>
        <a:defRPr lang="es-ES" sz="1200" kern="1200" dirty="0" smtClean="0">
          <a:solidFill>
            <a:schemeClr val="tx1"/>
          </a:solidFill>
          <a:latin typeface="+mn-lt"/>
          <a:ea typeface="+mn-ea"/>
          <a:cs typeface="+mn-cs"/>
        </a:defRPr>
      </a:lvl3pPr>
      <a:lvl4pPr marL="684000" indent="-1440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4pPr>
      <a:lvl5pPr marL="864000" indent="-1440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userDrawn="1">
          <p15:clr>
            <a:srgbClr val="F26B43"/>
          </p15:clr>
        </p15:guide>
        <p15:guide id="2" pos="7468" userDrawn="1">
          <p15:clr>
            <a:srgbClr val="F26B43"/>
          </p15:clr>
        </p15:guide>
        <p15:guide id="3" orient="horz" pos="4109" userDrawn="1">
          <p15:clr>
            <a:srgbClr val="F26B43"/>
          </p15:clr>
        </p15:guide>
        <p15:guide id="4" orient="horz" pos="211" userDrawn="1">
          <p15:clr>
            <a:srgbClr val="F26B43"/>
          </p15:clr>
        </p15:guide>
        <p15:guide id="5" orient="horz" pos="390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D09E399-3561-B977-D5DC-7AD154CF90EB}"/>
              </a:ext>
            </a:extLst>
          </p:cNvPr>
          <p:cNvGraphicFramePr>
            <a:graphicFrameLocks noChangeAspect="1"/>
          </p:cNvGraphicFramePr>
          <p:nvPr userDrawn="1">
            <p:custDataLst>
              <p:tags r:id="rId12"/>
            </p:custDataLst>
            <p:extLst>
              <p:ext uri="{D42A27DB-BD31-4B8C-83A1-F6EECF244321}">
                <p14:modId xmlns:p14="http://schemas.microsoft.com/office/powerpoint/2010/main" val="40753212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3" imgW="306" imgH="306" progId="TCLayout.ActiveDocument.1">
                  <p:embed/>
                </p:oleObj>
              </mc:Choice>
              <mc:Fallback>
                <p:oleObj name="Diapositiva de think-cell" r:id="rId13" imgW="306" imgH="306" progId="TCLayout.ActiveDocument.1">
                  <p:embed/>
                  <p:pic>
                    <p:nvPicPr>
                      <p:cNvPr id="5" name="think-cell data - do not delete" hidden="1">
                        <a:extLst>
                          <a:ext uri="{FF2B5EF4-FFF2-40B4-BE49-F238E27FC236}">
                            <a16:creationId xmlns:a16="http://schemas.microsoft.com/office/drawing/2014/main" id="{8D09E399-3561-B977-D5DC-7AD154CF90EB}"/>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14" name="Title Placeholder 1">
            <a:extLst>
              <a:ext uri="{FF2B5EF4-FFF2-40B4-BE49-F238E27FC236}">
                <a16:creationId xmlns:a16="http://schemas.microsoft.com/office/drawing/2014/main" id="{99C91ED4-1BBC-2208-ADD9-0A031E1B5CFC}"/>
              </a:ext>
            </a:extLst>
          </p:cNvPr>
          <p:cNvSpPr>
            <a:spLocks noGrp="1"/>
          </p:cNvSpPr>
          <p:nvPr>
            <p:ph type="title"/>
          </p:nvPr>
        </p:nvSpPr>
        <p:spPr>
          <a:xfrm>
            <a:off x="335360" y="549274"/>
            <a:ext cx="10515599" cy="987695"/>
          </a:xfrm>
          <a:prstGeom prst="rect">
            <a:avLst/>
          </a:prstGeom>
        </p:spPr>
        <p:txBody>
          <a:bodyPr vert="horz" lIns="0" tIns="0" rIns="0" bIns="0" rtlCol="0" anchor="t">
            <a:noAutofit/>
          </a:bodyPr>
          <a:lstStyle/>
          <a:p>
            <a:r>
              <a:rPr lang="en-GB" noProof="1"/>
              <a:t>Haga clic para modificar el estilo de título del patrón</a:t>
            </a:r>
          </a:p>
        </p:txBody>
      </p:sp>
      <p:sp>
        <p:nvSpPr>
          <p:cNvPr id="6" name="Marcador de texto 5">
            <a:extLst>
              <a:ext uri="{FF2B5EF4-FFF2-40B4-BE49-F238E27FC236}">
                <a16:creationId xmlns:a16="http://schemas.microsoft.com/office/drawing/2014/main" id="{DB3E8317-C082-8622-32FC-F11CF3837090}"/>
              </a:ext>
            </a:extLst>
          </p:cNvPr>
          <p:cNvSpPr>
            <a:spLocks noGrp="1"/>
          </p:cNvSpPr>
          <p:nvPr>
            <p:ph type="body" idx="1"/>
          </p:nvPr>
        </p:nvSpPr>
        <p:spPr>
          <a:xfrm>
            <a:off x="335360" y="1825625"/>
            <a:ext cx="10515600" cy="4056366"/>
          </a:xfrm>
          <a:prstGeom prst="rect">
            <a:avLst/>
          </a:prstGeom>
        </p:spPr>
        <p:txBody>
          <a:bodyPr vert="horz" lIns="0" tIns="0" rIns="0" bIns="0" rtlCol="0">
            <a:noAutofit/>
          </a:bodyPr>
          <a:lstStyle/>
          <a:p>
            <a:pPr lvl="0"/>
            <a:r>
              <a:rPr lang="en-GB" noProof="1"/>
              <a:t>Haga clic para modificar los estilos de texto del patrón</a:t>
            </a:r>
          </a:p>
          <a:p>
            <a:pPr lvl="1"/>
            <a:r>
              <a:rPr lang="en-GB" noProof="1"/>
              <a:t>Segundo nivel</a:t>
            </a:r>
          </a:p>
          <a:p>
            <a:pPr lvl="2"/>
            <a:r>
              <a:rPr lang="en-GB" noProof="1"/>
              <a:t>Tercer nivel</a:t>
            </a:r>
          </a:p>
          <a:p>
            <a:pPr lvl="3"/>
            <a:r>
              <a:rPr lang="en-GB" noProof="1"/>
              <a:t>Cuarto nivel</a:t>
            </a:r>
          </a:p>
          <a:p>
            <a:pPr lvl="4"/>
            <a:r>
              <a:rPr lang="en-GB" noProof="1"/>
              <a:t>Quinto nivel</a:t>
            </a:r>
          </a:p>
        </p:txBody>
      </p:sp>
      <p:sp>
        <p:nvSpPr>
          <p:cNvPr id="21" name="Marcador de pie de página 2">
            <a:extLst>
              <a:ext uri="{FF2B5EF4-FFF2-40B4-BE49-F238E27FC236}">
                <a16:creationId xmlns:a16="http://schemas.microsoft.com/office/drawing/2014/main" id="{DBFEAADD-FA30-EAB3-7735-AD0E306B67F9}"/>
              </a:ext>
            </a:extLst>
          </p:cNvPr>
          <p:cNvSpPr>
            <a:spLocks noGrp="1"/>
          </p:cNvSpPr>
          <p:nvPr>
            <p:ph type="ftr" sz="quarter" idx="3"/>
          </p:nvPr>
        </p:nvSpPr>
        <p:spPr>
          <a:xfrm>
            <a:off x="335360" y="6401514"/>
            <a:ext cx="7250933" cy="123111"/>
          </a:xfrm>
          <a:prstGeom prst="rect">
            <a:avLst/>
          </a:prstGeom>
        </p:spPr>
        <p:txBody>
          <a:bodyPr vert="horz" lIns="0" tIns="0" rIns="0" bIns="0" rtlCol="0" anchor="b" anchorCtr="0">
            <a:spAutoFit/>
          </a:bodyPr>
          <a:lstStyle>
            <a:lvl1pPr algn="l">
              <a:defRPr sz="800">
                <a:solidFill>
                  <a:schemeClr val="tx1"/>
                </a:solidFill>
              </a:defRPr>
            </a:lvl1pPr>
          </a:lstStyle>
          <a:p>
            <a:r>
              <a:rPr lang="it-IT"/>
              <a:t>INDRA • Nombre del documento • dd/mm/aaaa</a:t>
            </a:r>
            <a:endParaRPr lang="es-ES"/>
          </a:p>
        </p:txBody>
      </p:sp>
    </p:spTree>
    <p:extLst>
      <p:ext uri="{BB962C8B-B14F-4D97-AF65-F5344CB8AC3E}">
        <p14:creationId xmlns:p14="http://schemas.microsoft.com/office/powerpoint/2010/main" val="2678212219"/>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Lst>
  <mc:AlternateContent xmlns:mc="http://schemas.openxmlformats.org/markup-compatibility/2006" xmlns:p14="http://schemas.microsoft.com/office/powerpoint/2010/main">
    <mc:Choice Requires="p14">
      <p:transition p14:dur="10"/>
    </mc:Choice>
    <mc:Fallback xmlns="">
      <p:transition/>
    </mc:Fallback>
  </mc:AlternateContent>
  <p:hf sldNum="0" hdr="0" dt="0"/>
  <p:txStyles>
    <p:titleStyle>
      <a:lvl1pPr algn="l" defTabSz="914377" rtl="0" eaLnBrk="1" latinLnBrk="0" hangingPunct="1">
        <a:lnSpc>
          <a:spcPct val="85000"/>
        </a:lnSpc>
        <a:spcBef>
          <a:spcPct val="0"/>
        </a:spcBef>
        <a:buNone/>
        <a:defRPr sz="3200" kern="1200">
          <a:solidFill>
            <a:schemeClr val="tx1"/>
          </a:solidFill>
          <a:latin typeface="+mj-lt"/>
          <a:ea typeface="+mj-ea"/>
          <a:cs typeface="+mj-cs"/>
        </a:defRPr>
      </a:lvl1pPr>
    </p:titleStyle>
    <p:body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3929">
          <p15:clr>
            <a:srgbClr val="F26B43"/>
          </p15:clr>
        </p15:guide>
        <p15:guide id="6" orient="horz" pos="346">
          <p15:clr>
            <a:srgbClr val="F26B43"/>
          </p15:clr>
        </p15:guide>
        <p15:guide id="7" orient="horz" pos="201">
          <p15:clr>
            <a:srgbClr val="F26B43"/>
          </p15:clr>
        </p15:guide>
        <p15:guide id="8" orient="horz" pos="411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17" Type="http://schemas.openxmlformats.org/officeDocument/2006/relationships/image" Target="../media/image19.png"/><Relationship Id="rId2" Type="http://schemas.openxmlformats.org/officeDocument/2006/relationships/notesSlide" Target="../notesSlides/notesSlide1.xml"/><Relationship Id="rId16" Type="http://schemas.openxmlformats.org/officeDocument/2006/relationships/image" Target="../media/image18.svg"/><Relationship Id="rId1" Type="http://schemas.openxmlformats.org/officeDocument/2006/relationships/slideLayout" Target="../slideLayouts/slideLayout37.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19" Type="http://schemas.openxmlformats.org/officeDocument/2006/relationships/image" Target="../media/image21.pn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37.xml"/><Relationship Id="rId4" Type="http://schemas.openxmlformats.org/officeDocument/2006/relationships/image" Target="../media/image23.sv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37.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4800" dirty="0"/>
              <a:t>Quantum </a:t>
            </a:r>
            <a:r>
              <a:rPr lang="es-ES" sz="4800" dirty="0" err="1"/>
              <a:t>Hack</a:t>
            </a:r>
            <a:r>
              <a:rPr lang="es-ES" sz="4800" dirty="0"/>
              <a:t> 2025</a:t>
            </a:r>
            <a:br>
              <a:rPr lang="es-ES" sz="4800" dirty="0"/>
            </a:br>
            <a:br>
              <a:rPr lang="es-ES" sz="4800" dirty="0"/>
            </a:br>
            <a:r>
              <a:rPr lang="en-US" sz="4800" dirty="0">
                <a:solidFill>
                  <a:schemeClr val="accent1"/>
                </a:solidFill>
              </a:rPr>
              <a:t>Quantum Simulation of Battlefield Scenarios</a:t>
            </a:r>
            <a:endParaRPr lang="es-ES" sz="4800" dirty="0">
              <a:solidFill>
                <a:schemeClr val="accent1"/>
              </a:solidFill>
            </a:endParaRPr>
          </a:p>
        </p:txBody>
      </p:sp>
      <p:pic>
        <p:nvPicPr>
          <p:cNvPr id="4" name="Imagen 3" descr="Imagen que contiene Forma&#10;&#10;El contenido generado por IA puede ser incorrecto.">
            <a:extLst>
              <a:ext uri="{FF2B5EF4-FFF2-40B4-BE49-F238E27FC236}">
                <a16:creationId xmlns:a16="http://schemas.microsoft.com/office/drawing/2014/main" id="{2485BBED-986E-D877-3163-DC1E23C6F4FA}"/>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2503101" y="6021288"/>
            <a:ext cx="432683" cy="613306"/>
          </a:xfrm>
          <a:prstGeom prst="rect">
            <a:avLst/>
          </a:prstGeom>
        </p:spPr>
      </p:pic>
      <p:pic>
        <p:nvPicPr>
          <p:cNvPr id="8" name="Imagen 7" descr="Imagen que contiene texto, dibujo&#10;&#10;El contenido generado por IA puede ser incorrecto.">
            <a:extLst>
              <a:ext uri="{FF2B5EF4-FFF2-40B4-BE49-F238E27FC236}">
                <a16:creationId xmlns:a16="http://schemas.microsoft.com/office/drawing/2014/main" id="{1A24246B-CB07-72B4-7E14-03ED21FB484B}"/>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559496" y="6102083"/>
            <a:ext cx="720080" cy="451717"/>
          </a:xfrm>
          <a:prstGeom prst="rect">
            <a:avLst/>
          </a:prstGeom>
        </p:spPr>
      </p:pic>
      <p:pic>
        <p:nvPicPr>
          <p:cNvPr id="10" name="Imagen 9" descr="Forma&#10;&#10;El contenido generado por IA puede ser incorrecto.">
            <a:extLst>
              <a:ext uri="{FF2B5EF4-FFF2-40B4-BE49-F238E27FC236}">
                <a16:creationId xmlns:a16="http://schemas.microsoft.com/office/drawing/2014/main" id="{89AB9295-0123-6D17-6968-2905CBB61E1C}"/>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07368" y="6162020"/>
            <a:ext cx="936104" cy="331842"/>
          </a:xfrm>
          <a:prstGeom prst="rect">
            <a:avLst/>
          </a:prstGeom>
        </p:spPr>
      </p:pic>
    </p:spTree>
    <p:extLst>
      <p:ext uri="{BB962C8B-B14F-4D97-AF65-F5344CB8AC3E}">
        <p14:creationId xmlns:p14="http://schemas.microsoft.com/office/powerpoint/2010/main" val="29673445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a:xfrm>
            <a:off x="335360" y="549276"/>
            <a:ext cx="5035130" cy="873124"/>
          </a:xfrm>
        </p:spPr>
        <p:txBody>
          <a:bodyPr/>
          <a:lstStyle/>
          <a:p>
            <a:r>
              <a:rPr lang="es-ES" dirty="0" err="1"/>
              <a:t>The</a:t>
            </a:r>
            <a:r>
              <a:rPr lang="es-ES" dirty="0"/>
              <a:t> </a:t>
            </a:r>
            <a:r>
              <a:rPr lang="es-ES" dirty="0" err="1"/>
              <a:t>challenge</a:t>
            </a:r>
            <a:r>
              <a:rPr lang="es-ES" dirty="0"/>
              <a:t>:</a:t>
            </a:r>
            <a:br>
              <a:rPr lang="es-ES" dirty="0"/>
            </a:br>
            <a:r>
              <a:rPr lang="es-ES" sz="2400" dirty="0" err="1">
                <a:solidFill>
                  <a:schemeClr val="accent1"/>
                </a:solidFill>
              </a:rPr>
              <a:t>Battlefield</a:t>
            </a:r>
            <a:r>
              <a:rPr lang="es-ES" sz="2400" dirty="0">
                <a:solidFill>
                  <a:schemeClr val="accent1"/>
                </a:solidFill>
              </a:rPr>
              <a:t> </a:t>
            </a:r>
            <a:r>
              <a:rPr lang="es-ES" sz="2400" dirty="0" err="1">
                <a:solidFill>
                  <a:schemeClr val="accent1"/>
                </a:solidFill>
              </a:rPr>
              <a:t>Simulation</a:t>
            </a:r>
            <a:endParaRPr lang="es-ES" dirty="0">
              <a:solidFill>
                <a:schemeClr val="accent1"/>
              </a:solidFill>
            </a:endParaRPr>
          </a:p>
        </p:txBody>
      </p:sp>
      <p:sp>
        <p:nvSpPr>
          <p:cNvPr id="11" name="Marcador de pie de página 10"/>
          <p:cNvSpPr>
            <a:spLocks noGrp="1"/>
          </p:cNvSpPr>
          <p:nvPr>
            <p:ph type="ftr"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srgbClr val="004254"/>
                </a:solidFill>
                <a:effectLst/>
                <a:uLnTx/>
                <a:uFillTx/>
                <a:latin typeface="ForFuture Sans"/>
                <a:ea typeface="+mn-ea"/>
                <a:cs typeface="+mn-cs"/>
              </a:rPr>
              <a:t>INDRA • Quantum Hack • 13/12/2025</a:t>
            </a:r>
            <a:endParaRPr kumimoji="0" lang="es-ES" sz="800" b="0" i="0" u="none" strike="noStrike" kern="1200" cap="none" spc="0" normalizeH="0" baseline="0" noProof="0" dirty="0">
              <a:ln>
                <a:noFill/>
              </a:ln>
              <a:solidFill>
                <a:srgbClr val="004254"/>
              </a:solidFill>
              <a:effectLst/>
              <a:uLnTx/>
              <a:uFillTx/>
              <a:latin typeface="ForFuture Sans"/>
              <a:ea typeface="+mn-ea"/>
              <a:cs typeface="+mn-cs"/>
            </a:endParaRPr>
          </a:p>
        </p:txBody>
      </p:sp>
      <p:cxnSp>
        <p:nvCxnSpPr>
          <p:cNvPr id="27" name="Straight Connector 26">
            <a:extLst>
              <a:ext uri="{FF2B5EF4-FFF2-40B4-BE49-F238E27FC236}">
                <a16:creationId xmlns:a16="http://schemas.microsoft.com/office/drawing/2014/main" id="{766D9B3C-6F65-C9C0-87BA-6E07471AA571}"/>
              </a:ext>
            </a:extLst>
          </p:cNvPr>
          <p:cNvCxnSpPr>
            <a:cxnSpLocks/>
          </p:cNvCxnSpPr>
          <p:nvPr/>
        </p:nvCxnSpPr>
        <p:spPr>
          <a:xfrm>
            <a:off x="5489291" y="0"/>
            <a:ext cx="0" cy="1478280"/>
          </a:xfrm>
          <a:prstGeom prst="line">
            <a:avLst/>
          </a:prstGeom>
          <a:noFill/>
          <a:ln w="6350" cap="flat" cmpd="sng" algn="ctr">
            <a:solidFill>
              <a:srgbClr val="004254"/>
            </a:solidFill>
            <a:prstDash val="solid"/>
            <a:miter lim="800000"/>
          </a:ln>
          <a:effectLst/>
        </p:spPr>
      </p:cxnSp>
      <p:sp>
        <p:nvSpPr>
          <p:cNvPr id="30" name="CuadroTexto 29">
            <a:extLst>
              <a:ext uri="{FF2B5EF4-FFF2-40B4-BE49-F238E27FC236}">
                <a16:creationId xmlns:a16="http://schemas.microsoft.com/office/drawing/2014/main" id="{FB567A91-F2D2-DF07-F825-329F51241881}"/>
              </a:ext>
            </a:extLst>
          </p:cNvPr>
          <p:cNvSpPr txBox="1"/>
          <p:nvPr/>
        </p:nvSpPr>
        <p:spPr>
          <a:xfrm>
            <a:off x="5489291" y="844949"/>
            <a:ext cx="6096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dirty="0" err="1">
                <a:solidFill>
                  <a:srgbClr val="E3E2DA">
                    <a:lumMod val="50000"/>
                  </a:srgbClr>
                </a:solidFill>
                <a:latin typeface="ForFuture Sans"/>
              </a:rPr>
              <a:t>Scenario</a:t>
            </a:r>
            <a:r>
              <a:rPr lang="es-ES" dirty="0">
                <a:solidFill>
                  <a:srgbClr val="E3E2DA">
                    <a:lumMod val="50000"/>
                  </a:srgbClr>
                </a:solidFill>
                <a:latin typeface="ForFuture Sans"/>
              </a:rPr>
              <a:t> and </a:t>
            </a:r>
            <a:r>
              <a:rPr lang="es-ES" dirty="0" err="1">
                <a:solidFill>
                  <a:srgbClr val="E3E2DA">
                    <a:lumMod val="50000"/>
                  </a:srgbClr>
                </a:solidFill>
                <a:latin typeface="ForFuture Sans"/>
              </a:rPr>
              <a:t>game</a:t>
            </a:r>
            <a:r>
              <a:rPr lang="es-ES" dirty="0">
                <a:solidFill>
                  <a:srgbClr val="E3E2DA">
                    <a:lumMod val="50000"/>
                  </a:srgbClr>
                </a:solidFill>
                <a:latin typeface="ForFuture Sans"/>
              </a:rPr>
              <a:t> rules</a:t>
            </a:r>
            <a:endParaRPr kumimoji="0" lang="es-ES" sz="1800" b="0" i="0" u="none" strike="noStrike" kern="1200" cap="none" spc="0" normalizeH="0" baseline="0" noProof="0" dirty="0">
              <a:ln>
                <a:noFill/>
              </a:ln>
              <a:solidFill>
                <a:srgbClr val="E3E2DA">
                  <a:lumMod val="50000"/>
                </a:srgbClr>
              </a:solidFill>
              <a:effectLst/>
              <a:uLnTx/>
              <a:uFillTx/>
              <a:latin typeface="ForFuture Sans"/>
              <a:ea typeface="+mn-ea"/>
              <a:cs typeface="+mn-cs"/>
            </a:endParaRPr>
          </a:p>
        </p:txBody>
      </p:sp>
      <p:sp>
        <p:nvSpPr>
          <p:cNvPr id="39" name="object 4">
            <a:extLst>
              <a:ext uri="{FF2B5EF4-FFF2-40B4-BE49-F238E27FC236}">
                <a16:creationId xmlns:a16="http://schemas.microsoft.com/office/drawing/2014/main" id="{B5CCBF96-E263-E592-F212-1DBD3860356F}"/>
              </a:ext>
            </a:extLst>
          </p:cNvPr>
          <p:cNvSpPr txBox="1"/>
          <p:nvPr/>
        </p:nvSpPr>
        <p:spPr>
          <a:xfrm>
            <a:off x="335359" y="1422400"/>
            <a:ext cx="4265757" cy="1523494"/>
          </a:xfrm>
          <a:prstGeom prst="rect">
            <a:avLst/>
          </a:prstGeom>
        </p:spPr>
        <p:txBody>
          <a:bodyPr vert="horz" wrap="square" lIns="0" tIns="0" rIns="0" bIns="0" rtlCol="0" anchor="t">
            <a:spAutoFit/>
          </a:bodyPr>
          <a:lstStyle/>
          <a:p>
            <a:pPr lvl="0" defTabSz="457200">
              <a:spcAft>
                <a:spcPts val="600"/>
              </a:spcAft>
              <a:defRPr/>
            </a:pPr>
            <a:r>
              <a:rPr lang="en-US" sz="1100" dirty="0"/>
              <a:t>Simulating battlefield scenarios is a critical challenge in optimizing strategic decision-making. In these contexts, the ability to predict and adapt to multiple variables—such as positions, movements, attack ranges, and interactions between units—is essential to ensure mission success. However, classical simulation methods, which often rely on heuristic approximations, face significant limitations. These approximations may overlook key possibilities, leading to risky decisions or even unfavorable outcomes.</a:t>
            </a:r>
            <a:endParaRPr kumimoji="0" lang="es-ES" sz="800" b="0" i="0" u="none" strike="noStrike" kern="1200" cap="none" spc="0" normalizeH="0" baseline="0" noProof="0" dirty="0">
              <a:ln>
                <a:noFill/>
              </a:ln>
              <a:solidFill>
                <a:srgbClr val="004254"/>
              </a:solidFill>
              <a:effectLst/>
              <a:uLnTx/>
              <a:uFillTx/>
              <a:latin typeface="ForFuture Sans"/>
              <a:ea typeface="+mn-ea"/>
              <a:cs typeface="+mn-cs"/>
            </a:endParaRPr>
          </a:p>
        </p:txBody>
      </p:sp>
      <p:sp>
        <p:nvSpPr>
          <p:cNvPr id="2" name="Rectangle 102">
            <a:extLst>
              <a:ext uri="{FF2B5EF4-FFF2-40B4-BE49-F238E27FC236}">
                <a16:creationId xmlns:a16="http://schemas.microsoft.com/office/drawing/2014/main" id="{8C3F1FBA-E898-BB5A-C6C7-66DF8853BFAC}"/>
              </a:ext>
            </a:extLst>
          </p:cNvPr>
          <p:cNvSpPr/>
          <p:nvPr/>
        </p:nvSpPr>
        <p:spPr>
          <a:xfrm>
            <a:off x="767408" y="3212976"/>
            <a:ext cx="3768160" cy="475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b="1" dirty="0" err="1">
                <a:solidFill>
                  <a:schemeClr val="tx1"/>
                </a:solidFill>
              </a:rPr>
              <a:t>How</a:t>
            </a:r>
            <a:r>
              <a:rPr lang="es-ES" sz="1200" b="1" dirty="0">
                <a:solidFill>
                  <a:schemeClr val="tx1"/>
                </a:solidFill>
              </a:rPr>
              <a:t> can </a:t>
            </a:r>
            <a:r>
              <a:rPr lang="es-ES" sz="1200" b="1" dirty="0" err="1">
                <a:solidFill>
                  <a:schemeClr val="tx1"/>
                </a:solidFill>
              </a:rPr>
              <a:t>we</a:t>
            </a:r>
            <a:r>
              <a:rPr lang="es-ES" sz="1200" b="1" dirty="0">
                <a:solidFill>
                  <a:schemeClr val="tx1"/>
                </a:solidFill>
              </a:rPr>
              <a:t> </a:t>
            </a:r>
            <a:r>
              <a:rPr lang="es-ES" sz="1200" b="1" dirty="0" err="1">
                <a:solidFill>
                  <a:schemeClr val="tx1"/>
                </a:solidFill>
              </a:rPr>
              <a:t>tackle</a:t>
            </a:r>
            <a:r>
              <a:rPr lang="es-ES" sz="1200" b="1" dirty="0">
                <a:solidFill>
                  <a:schemeClr val="tx1"/>
                </a:solidFill>
              </a:rPr>
              <a:t> </a:t>
            </a:r>
            <a:r>
              <a:rPr lang="es-ES" sz="1200" b="1" dirty="0" err="1">
                <a:solidFill>
                  <a:schemeClr val="tx1"/>
                </a:solidFill>
              </a:rPr>
              <a:t>this</a:t>
            </a:r>
            <a:r>
              <a:rPr lang="es-ES" sz="1200" b="1" dirty="0">
                <a:solidFill>
                  <a:schemeClr val="tx1"/>
                </a:solidFill>
              </a:rPr>
              <a:t> </a:t>
            </a:r>
            <a:r>
              <a:rPr lang="es-ES" sz="1200" b="1" dirty="0" err="1">
                <a:solidFill>
                  <a:schemeClr val="tx1"/>
                </a:solidFill>
              </a:rPr>
              <a:t>limitations</a:t>
            </a:r>
            <a:r>
              <a:rPr lang="es-ES" sz="1200" b="1" dirty="0">
                <a:solidFill>
                  <a:schemeClr val="tx1"/>
                </a:solidFill>
              </a:rPr>
              <a:t>?</a:t>
            </a:r>
          </a:p>
        </p:txBody>
      </p:sp>
      <p:grpSp>
        <p:nvGrpSpPr>
          <p:cNvPr id="12" name="Grupo 11">
            <a:extLst>
              <a:ext uri="{FF2B5EF4-FFF2-40B4-BE49-F238E27FC236}">
                <a16:creationId xmlns:a16="http://schemas.microsoft.com/office/drawing/2014/main" id="{250E0FD4-C6B7-C97B-5C8A-EB916504AFC8}"/>
              </a:ext>
            </a:extLst>
          </p:cNvPr>
          <p:cNvGrpSpPr/>
          <p:nvPr/>
        </p:nvGrpSpPr>
        <p:grpSpPr>
          <a:xfrm>
            <a:off x="7768278" y="2739605"/>
            <a:ext cx="1922338" cy="286032"/>
            <a:chOff x="7716180" y="1436839"/>
            <a:chExt cx="1922338" cy="1862048"/>
          </a:xfrm>
          <a:solidFill>
            <a:schemeClr val="bg1">
              <a:lumMod val="95000"/>
            </a:schemeClr>
          </a:solidFill>
        </p:grpSpPr>
        <p:sp>
          <p:nvSpPr>
            <p:cNvPr id="4" name="Rectángulo 3">
              <a:extLst>
                <a:ext uri="{FF2B5EF4-FFF2-40B4-BE49-F238E27FC236}">
                  <a16:creationId xmlns:a16="http://schemas.microsoft.com/office/drawing/2014/main" id="{E8289AB5-6A94-51B3-6E8F-2A979A2BB856}"/>
                </a:ext>
              </a:extLst>
            </p:cNvPr>
            <p:cNvSpPr/>
            <p:nvPr/>
          </p:nvSpPr>
          <p:spPr>
            <a:xfrm>
              <a:off x="7716180" y="1436839"/>
              <a:ext cx="1922338" cy="18620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7DB1C360-D7BC-C241-9921-030079410AB0}"/>
                </a:ext>
              </a:extLst>
            </p:cNvPr>
            <p:cNvSpPr txBox="1"/>
            <p:nvPr/>
          </p:nvSpPr>
          <p:spPr>
            <a:xfrm>
              <a:off x="7781909" y="1498625"/>
              <a:ext cx="1800200" cy="1450588"/>
            </a:xfrm>
            <a:prstGeom prst="rect">
              <a:avLst/>
            </a:prstGeom>
            <a:grpFill/>
          </p:spPr>
          <p:txBody>
            <a:bodyPr vert="horz" wrap="square" lIns="0" tIns="7312" rIns="0" bIns="0" rtlCol="0">
              <a:spAutoFit/>
            </a:bodyPr>
            <a:lstStyle/>
            <a:p>
              <a:pPr marL="7696" algn="ctr">
                <a:spcBef>
                  <a:spcPts val="600"/>
                </a:spcBef>
              </a:pPr>
              <a:r>
                <a:rPr lang="es-ES" sz="1400" b="1" dirty="0" err="1">
                  <a:solidFill>
                    <a:schemeClr val="accent1"/>
                  </a:solidFill>
                  <a:cs typeface="Trebuchet MS"/>
                </a:rPr>
                <a:t>The</a:t>
              </a:r>
              <a:r>
                <a:rPr lang="es-ES" sz="1400" b="1" dirty="0">
                  <a:solidFill>
                    <a:schemeClr val="accent1"/>
                  </a:solidFill>
                  <a:cs typeface="Trebuchet MS"/>
                </a:rPr>
                <a:t> </a:t>
              </a:r>
              <a:r>
                <a:rPr lang="es-ES" sz="1400" b="1" dirty="0" err="1">
                  <a:solidFill>
                    <a:schemeClr val="accent1"/>
                  </a:solidFill>
                  <a:cs typeface="Trebuchet MS"/>
                </a:rPr>
                <a:t>units</a:t>
              </a:r>
              <a:endParaRPr lang="es-ES" sz="1400" b="1" dirty="0">
                <a:solidFill>
                  <a:schemeClr val="accent1"/>
                </a:solidFill>
                <a:cs typeface="Trebuchet MS"/>
              </a:endParaRPr>
            </a:p>
          </p:txBody>
        </p:sp>
      </p:grpSp>
      <p:grpSp>
        <p:nvGrpSpPr>
          <p:cNvPr id="10" name="Grupo 9">
            <a:extLst>
              <a:ext uri="{FF2B5EF4-FFF2-40B4-BE49-F238E27FC236}">
                <a16:creationId xmlns:a16="http://schemas.microsoft.com/office/drawing/2014/main" id="{EF9AC568-B383-3558-97F1-068E2DEBFE8E}"/>
              </a:ext>
            </a:extLst>
          </p:cNvPr>
          <p:cNvGrpSpPr/>
          <p:nvPr/>
        </p:nvGrpSpPr>
        <p:grpSpPr>
          <a:xfrm>
            <a:off x="7768278" y="4556884"/>
            <a:ext cx="1922338" cy="269679"/>
            <a:chOff x="5669106" y="4077072"/>
            <a:chExt cx="1922338" cy="1862048"/>
          </a:xfrm>
          <a:solidFill>
            <a:schemeClr val="bg1">
              <a:lumMod val="95000"/>
            </a:schemeClr>
          </a:solidFill>
        </p:grpSpPr>
        <p:sp>
          <p:nvSpPr>
            <p:cNvPr id="6" name="Rectángulo 5">
              <a:extLst>
                <a:ext uri="{FF2B5EF4-FFF2-40B4-BE49-F238E27FC236}">
                  <a16:creationId xmlns:a16="http://schemas.microsoft.com/office/drawing/2014/main" id="{697594F7-14D8-0251-3E50-174783CD1662}"/>
                </a:ext>
              </a:extLst>
            </p:cNvPr>
            <p:cNvSpPr/>
            <p:nvPr/>
          </p:nvSpPr>
          <p:spPr>
            <a:xfrm>
              <a:off x="5669106" y="4077072"/>
              <a:ext cx="1922338" cy="18620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C88B3A8E-7135-CAD3-D279-494D983E50BD}"/>
                </a:ext>
              </a:extLst>
            </p:cNvPr>
            <p:cNvSpPr txBox="1"/>
            <p:nvPr/>
          </p:nvSpPr>
          <p:spPr>
            <a:xfrm>
              <a:off x="5730175" y="4136680"/>
              <a:ext cx="1800200" cy="1538550"/>
            </a:xfrm>
            <a:prstGeom prst="rect">
              <a:avLst/>
            </a:prstGeom>
            <a:grpFill/>
          </p:spPr>
          <p:txBody>
            <a:bodyPr vert="horz" wrap="square" lIns="0" tIns="7312" rIns="0" bIns="0" rtlCol="0">
              <a:spAutoFit/>
            </a:bodyPr>
            <a:lstStyle/>
            <a:p>
              <a:pPr marL="7696" algn="ctr">
                <a:spcBef>
                  <a:spcPts val="600"/>
                </a:spcBef>
              </a:pPr>
              <a:r>
                <a:rPr lang="es-ES" sz="1400" b="1" dirty="0" err="1">
                  <a:solidFill>
                    <a:schemeClr val="accent1"/>
                  </a:solidFill>
                  <a:cs typeface="Trebuchet MS"/>
                </a:rPr>
                <a:t>The</a:t>
              </a:r>
              <a:r>
                <a:rPr lang="es-ES" sz="1400" b="1" dirty="0">
                  <a:solidFill>
                    <a:schemeClr val="accent1"/>
                  </a:solidFill>
                  <a:cs typeface="Trebuchet MS"/>
                </a:rPr>
                <a:t> </a:t>
              </a:r>
              <a:r>
                <a:rPr lang="es-ES" sz="1400" b="1" dirty="0" err="1">
                  <a:solidFill>
                    <a:schemeClr val="accent1"/>
                  </a:solidFill>
                  <a:cs typeface="Trebuchet MS"/>
                </a:rPr>
                <a:t>map</a:t>
              </a:r>
              <a:endParaRPr lang="es-ES" sz="1400" b="1" dirty="0">
                <a:solidFill>
                  <a:schemeClr val="accent1"/>
                </a:solidFill>
                <a:cs typeface="Trebuchet MS"/>
              </a:endParaRPr>
            </a:p>
          </p:txBody>
        </p:sp>
      </p:grpSp>
      <p:sp>
        <p:nvSpPr>
          <p:cNvPr id="16" name="CuadroTexto 15">
            <a:extLst>
              <a:ext uri="{FF2B5EF4-FFF2-40B4-BE49-F238E27FC236}">
                <a16:creationId xmlns:a16="http://schemas.microsoft.com/office/drawing/2014/main" id="{8389FC30-9AC5-9888-A999-F4C7AD37DBAD}"/>
              </a:ext>
            </a:extLst>
          </p:cNvPr>
          <p:cNvSpPr txBox="1"/>
          <p:nvPr/>
        </p:nvSpPr>
        <p:spPr>
          <a:xfrm>
            <a:off x="5489291" y="1341788"/>
            <a:ext cx="6096000" cy="120032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1100" dirty="0" err="1">
                <a:solidFill>
                  <a:srgbClr val="004254"/>
                </a:solidFill>
                <a:latin typeface="ForFuture Sans"/>
              </a:rPr>
              <a:t>You</a:t>
            </a:r>
            <a:r>
              <a:rPr lang="es-ES" sz="1100" dirty="0">
                <a:solidFill>
                  <a:srgbClr val="004254"/>
                </a:solidFill>
                <a:latin typeface="ForFuture Sans"/>
              </a:rPr>
              <a:t> are </a:t>
            </a:r>
            <a:r>
              <a:rPr lang="es-ES" sz="1100" dirty="0" err="1">
                <a:solidFill>
                  <a:srgbClr val="004254"/>
                </a:solidFill>
                <a:latin typeface="ForFuture Sans"/>
              </a:rPr>
              <a:t>going</a:t>
            </a:r>
            <a:r>
              <a:rPr lang="es-ES" sz="1100" dirty="0">
                <a:solidFill>
                  <a:srgbClr val="004254"/>
                </a:solidFill>
                <a:latin typeface="ForFuture Sans"/>
              </a:rPr>
              <a:t> </a:t>
            </a:r>
            <a:r>
              <a:rPr lang="es-ES" sz="1100" dirty="0" err="1">
                <a:solidFill>
                  <a:srgbClr val="004254"/>
                </a:solidFill>
                <a:latin typeface="ForFuture Sans"/>
              </a:rPr>
              <a:t>to</a:t>
            </a:r>
            <a:r>
              <a:rPr lang="es-ES" sz="1100" dirty="0">
                <a:solidFill>
                  <a:srgbClr val="004254"/>
                </a:solidFill>
                <a:latin typeface="ForFuture Sans"/>
              </a:rPr>
              <a:t> </a:t>
            </a:r>
            <a:r>
              <a:rPr lang="es-ES" sz="1100" dirty="0" err="1">
                <a:solidFill>
                  <a:srgbClr val="004254"/>
                </a:solidFill>
                <a:latin typeface="ForFuture Sans"/>
              </a:rPr>
              <a:t>simulate</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behaviour</a:t>
            </a:r>
            <a:r>
              <a:rPr lang="es-ES" sz="1100" dirty="0">
                <a:solidFill>
                  <a:srgbClr val="004254"/>
                </a:solidFill>
                <a:latin typeface="ForFuture Sans"/>
              </a:rPr>
              <a:t> </a:t>
            </a:r>
            <a:r>
              <a:rPr lang="es-ES" sz="1100" dirty="0" err="1">
                <a:solidFill>
                  <a:srgbClr val="004254"/>
                </a:solidFill>
                <a:latin typeface="ForFuture Sans"/>
              </a:rPr>
              <a:t>of</a:t>
            </a:r>
            <a:r>
              <a:rPr lang="es-ES" sz="1100" dirty="0">
                <a:solidFill>
                  <a:srgbClr val="004254"/>
                </a:solidFill>
                <a:latin typeface="ForFuture Sans"/>
              </a:rPr>
              <a:t> </a:t>
            </a:r>
            <a:r>
              <a:rPr lang="es-ES" sz="1100" dirty="0" err="1">
                <a:solidFill>
                  <a:srgbClr val="004254"/>
                </a:solidFill>
                <a:latin typeface="ForFuture Sans"/>
              </a:rPr>
              <a:t>two</a:t>
            </a:r>
            <a:r>
              <a:rPr lang="es-ES" sz="1100" dirty="0">
                <a:solidFill>
                  <a:srgbClr val="004254"/>
                </a:solidFill>
                <a:latin typeface="ForFuture Sans"/>
              </a:rPr>
              <a:t> </a:t>
            </a:r>
            <a:r>
              <a:rPr lang="es-ES" sz="1100" dirty="0" err="1">
                <a:solidFill>
                  <a:srgbClr val="004254"/>
                </a:solidFill>
                <a:latin typeface="ForFuture Sans"/>
              </a:rPr>
              <a:t>teams</a:t>
            </a:r>
            <a:r>
              <a:rPr lang="es-ES" sz="1100" dirty="0">
                <a:solidFill>
                  <a:srgbClr val="004254"/>
                </a:solidFill>
                <a:latin typeface="ForFuture San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s-ES" sz="1100" dirty="0">
              <a:solidFill>
                <a:srgbClr val="004254"/>
              </a:solidFill>
              <a:latin typeface="ForFuture San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dirty="0" err="1">
                <a:solidFill>
                  <a:srgbClr val="004254"/>
                </a:solidFill>
                <a:latin typeface="ForFuture Sans"/>
              </a:rPr>
              <a:t>The</a:t>
            </a:r>
            <a:r>
              <a:rPr lang="es-ES" sz="1100" b="1" dirty="0">
                <a:solidFill>
                  <a:srgbClr val="004254"/>
                </a:solidFill>
                <a:latin typeface="ForFuture Sans"/>
              </a:rPr>
              <a:t> Quantum </a:t>
            </a:r>
            <a:r>
              <a:rPr lang="es-ES" sz="1100" b="1" dirty="0" err="1">
                <a:solidFill>
                  <a:srgbClr val="004254"/>
                </a:solidFill>
                <a:latin typeface="ForFuture Sans"/>
              </a:rPr>
              <a:t>Team</a:t>
            </a:r>
            <a:r>
              <a:rPr lang="es-ES" sz="1100" b="1" dirty="0">
                <a:solidFill>
                  <a:srgbClr val="004254"/>
                </a:solidFill>
                <a:latin typeface="ForFuture Sans"/>
              </a:rPr>
              <a:t>: </a:t>
            </a:r>
            <a:r>
              <a:rPr lang="es-ES" sz="1100" dirty="0" err="1">
                <a:solidFill>
                  <a:srgbClr val="004254"/>
                </a:solidFill>
                <a:latin typeface="ForFuture Sans"/>
              </a:rPr>
              <a:t>Their</a:t>
            </a:r>
            <a:r>
              <a:rPr lang="es-ES" sz="1100" dirty="0">
                <a:solidFill>
                  <a:srgbClr val="004254"/>
                </a:solidFill>
                <a:latin typeface="ForFuture Sans"/>
              </a:rPr>
              <a:t> </a:t>
            </a:r>
            <a:r>
              <a:rPr lang="es-ES" sz="1100" dirty="0" err="1">
                <a:solidFill>
                  <a:srgbClr val="004254"/>
                </a:solidFill>
                <a:latin typeface="ForFuture Sans"/>
              </a:rPr>
              <a:t>movement</a:t>
            </a:r>
            <a:r>
              <a:rPr lang="es-ES" sz="1100" dirty="0">
                <a:solidFill>
                  <a:srgbClr val="004254"/>
                </a:solidFill>
                <a:latin typeface="ForFuture Sans"/>
              </a:rPr>
              <a:t> Will be </a:t>
            </a:r>
            <a:r>
              <a:rPr lang="es-ES" sz="1100" dirty="0" err="1">
                <a:solidFill>
                  <a:srgbClr val="004254"/>
                </a:solidFill>
                <a:latin typeface="ForFuture Sans"/>
              </a:rPr>
              <a:t>determined</a:t>
            </a:r>
            <a:r>
              <a:rPr lang="es-ES" sz="1100" dirty="0">
                <a:solidFill>
                  <a:srgbClr val="004254"/>
                </a:solidFill>
                <a:latin typeface="ForFuture Sans"/>
              </a:rPr>
              <a:t> </a:t>
            </a:r>
            <a:r>
              <a:rPr lang="es-ES" sz="1100" dirty="0" err="1">
                <a:solidFill>
                  <a:srgbClr val="004254"/>
                </a:solidFill>
                <a:latin typeface="ForFuture Sans"/>
              </a:rPr>
              <a:t>by</a:t>
            </a:r>
            <a:r>
              <a:rPr lang="es-ES" sz="1100" dirty="0">
                <a:solidFill>
                  <a:srgbClr val="004254"/>
                </a:solidFill>
                <a:latin typeface="ForFuture Sans"/>
              </a:rPr>
              <a:t> quantum </a:t>
            </a:r>
            <a:r>
              <a:rPr lang="es-ES" sz="1100" dirty="0" err="1">
                <a:solidFill>
                  <a:srgbClr val="004254"/>
                </a:solidFill>
                <a:latin typeface="ForFuture Sans"/>
              </a:rPr>
              <a:t>circuits</a:t>
            </a:r>
            <a:r>
              <a:rPr lang="es-ES" sz="1100" dirty="0">
                <a:solidFill>
                  <a:srgbClr val="004254"/>
                </a:solidFill>
                <a:latin typeface="ForFuture Sans"/>
              </a:rPr>
              <a:t>. </a:t>
            </a:r>
            <a:r>
              <a:rPr lang="es-ES" sz="1100" dirty="0" err="1">
                <a:solidFill>
                  <a:srgbClr val="004254"/>
                </a:solidFill>
                <a:latin typeface="ForFuture Sans"/>
              </a:rPr>
              <a:t>Your</a:t>
            </a:r>
            <a:r>
              <a:rPr lang="es-ES" sz="1100" dirty="0">
                <a:solidFill>
                  <a:srgbClr val="004254"/>
                </a:solidFill>
                <a:latin typeface="ForFuture Sans"/>
              </a:rPr>
              <a:t> </a:t>
            </a:r>
            <a:r>
              <a:rPr lang="es-ES" sz="1100" dirty="0" err="1">
                <a:solidFill>
                  <a:srgbClr val="004254"/>
                </a:solidFill>
                <a:latin typeface="ForFuture Sans"/>
              </a:rPr>
              <a:t>objective</a:t>
            </a:r>
            <a:r>
              <a:rPr lang="es-ES" sz="1100" dirty="0">
                <a:solidFill>
                  <a:srgbClr val="004254"/>
                </a:solidFill>
                <a:latin typeface="ForFuture Sans"/>
              </a:rPr>
              <a:t> </a:t>
            </a:r>
            <a:r>
              <a:rPr lang="es-ES" sz="1100" dirty="0" err="1">
                <a:solidFill>
                  <a:srgbClr val="004254"/>
                </a:solidFill>
                <a:latin typeface="ForFuture Sans"/>
              </a:rPr>
              <a:t>is</a:t>
            </a:r>
            <a:r>
              <a:rPr lang="es-ES" sz="1100" dirty="0">
                <a:solidFill>
                  <a:srgbClr val="004254"/>
                </a:solidFill>
                <a:latin typeface="ForFuture Sans"/>
              </a:rPr>
              <a:t> </a:t>
            </a:r>
            <a:r>
              <a:rPr lang="es-ES" sz="1100" dirty="0" err="1">
                <a:solidFill>
                  <a:srgbClr val="004254"/>
                </a:solidFill>
                <a:latin typeface="ForFuture Sans"/>
              </a:rPr>
              <a:t>to</a:t>
            </a:r>
            <a:r>
              <a:rPr lang="es-ES" sz="1100" dirty="0">
                <a:solidFill>
                  <a:srgbClr val="004254"/>
                </a:solidFill>
                <a:latin typeface="ForFuture Sans"/>
              </a:rPr>
              <a:t> be </a:t>
            </a:r>
            <a:r>
              <a:rPr lang="es-ES" sz="1100" dirty="0" err="1">
                <a:solidFill>
                  <a:srgbClr val="004254"/>
                </a:solidFill>
                <a:latin typeface="ForFuture Sans"/>
              </a:rPr>
              <a:t>their</a:t>
            </a:r>
            <a:r>
              <a:rPr lang="es-ES" sz="1100" dirty="0">
                <a:solidFill>
                  <a:srgbClr val="004254"/>
                </a:solidFill>
                <a:latin typeface="ForFuture Sans"/>
              </a:rPr>
              <a:t> </a:t>
            </a:r>
            <a:r>
              <a:rPr lang="es-ES" sz="1100" dirty="0" err="1">
                <a:solidFill>
                  <a:srgbClr val="004254"/>
                </a:solidFill>
                <a:latin typeface="ForFuture Sans"/>
              </a:rPr>
              <a:t>support</a:t>
            </a:r>
            <a:r>
              <a:rPr lang="es-ES" sz="1100" dirty="0">
                <a:solidFill>
                  <a:srgbClr val="004254"/>
                </a:solidFill>
                <a:latin typeface="ForFuture Sans"/>
              </a:rPr>
              <a:t> </a:t>
            </a:r>
            <a:r>
              <a:rPr lang="es-ES" sz="1100" dirty="0" err="1">
                <a:solidFill>
                  <a:srgbClr val="004254"/>
                </a:solidFill>
                <a:latin typeface="ForFuture Sans"/>
              </a:rPr>
              <a:t>team</a:t>
            </a:r>
            <a:r>
              <a:rPr lang="es-ES" sz="1100" dirty="0">
                <a:solidFill>
                  <a:srgbClr val="004254"/>
                </a:solidFill>
                <a:latin typeface="ForFuture Sans"/>
              </a:rPr>
              <a:t>, </a:t>
            </a:r>
            <a:r>
              <a:rPr lang="es-ES" sz="1100" dirty="0" err="1">
                <a:solidFill>
                  <a:srgbClr val="004254"/>
                </a:solidFill>
                <a:latin typeface="ForFuture Sans"/>
              </a:rPr>
              <a:t>make</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decisions</a:t>
            </a:r>
            <a:r>
              <a:rPr lang="es-ES" sz="1100" dirty="0">
                <a:solidFill>
                  <a:srgbClr val="004254"/>
                </a:solidFill>
                <a:latin typeface="ForFuture Sans"/>
              </a:rPr>
              <a:t> and </a:t>
            </a:r>
            <a:r>
              <a:rPr lang="es-ES" sz="1100" dirty="0" err="1">
                <a:solidFill>
                  <a:srgbClr val="004254"/>
                </a:solidFill>
                <a:latin typeface="ForFuture Sans"/>
              </a:rPr>
              <a:t>guaranteee</a:t>
            </a:r>
            <a:r>
              <a:rPr lang="es-ES" sz="1100" dirty="0">
                <a:solidFill>
                  <a:srgbClr val="004254"/>
                </a:solidFill>
                <a:latin typeface="ForFuture Sans"/>
              </a:rPr>
              <a:t> </a:t>
            </a:r>
            <a:r>
              <a:rPr lang="es-ES" sz="1100" dirty="0" err="1">
                <a:solidFill>
                  <a:srgbClr val="004254"/>
                </a:solidFill>
                <a:latin typeface="ForFuture Sans"/>
              </a:rPr>
              <a:t>their</a:t>
            </a:r>
            <a:r>
              <a:rPr lang="es-ES" sz="1100" dirty="0">
                <a:solidFill>
                  <a:srgbClr val="004254"/>
                </a:solidFill>
                <a:latin typeface="ForFuture Sans"/>
              </a:rPr>
              <a:t> </a:t>
            </a:r>
            <a:r>
              <a:rPr lang="es-ES" sz="1100" dirty="0" err="1">
                <a:solidFill>
                  <a:srgbClr val="004254"/>
                </a:solidFill>
                <a:latin typeface="ForFuture Sans"/>
              </a:rPr>
              <a:t>victory</a:t>
            </a:r>
            <a:r>
              <a:rPr lang="es-ES" sz="1100" dirty="0">
                <a:solidFill>
                  <a:srgbClr val="004254"/>
                </a:solidFill>
                <a:latin typeface="ForFuture Sans"/>
              </a:rPr>
              <a:t>.</a:t>
            </a:r>
          </a:p>
          <a:p>
            <a:pPr marR="0" lvl="0" algn="l" defTabSz="457200" rtl="0" eaLnBrk="1" fontAlgn="auto" latinLnBrk="0" hangingPunct="1">
              <a:lnSpc>
                <a:spcPct val="100000"/>
              </a:lnSpc>
              <a:spcBef>
                <a:spcPts val="0"/>
              </a:spcBef>
              <a:spcAft>
                <a:spcPts val="0"/>
              </a:spcAft>
              <a:buClrTx/>
              <a:buSzTx/>
              <a:tabLst/>
              <a:defRPr/>
            </a:pPr>
            <a:endParaRPr lang="es-ES" sz="600" dirty="0">
              <a:solidFill>
                <a:srgbClr val="004254"/>
              </a:solidFill>
              <a:latin typeface="ForFuture San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dirty="0" err="1">
                <a:solidFill>
                  <a:srgbClr val="004254"/>
                </a:solidFill>
                <a:latin typeface="ForFuture Sans"/>
              </a:rPr>
              <a:t>The</a:t>
            </a:r>
            <a:r>
              <a:rPr lang="es-ES" sz="1100" b="1" dirty="0">
                <a:solidFill>
                  <a:srgbClr val="004254"/>
                </a:solidFill>
                <a:latin typeface="ForFuture Sans"/>
              </a:rPr>
              <a:t> </a:t>
            </a:r>
            <a:r>
              <a:rPr lang="es-ES" sz="1100" b="1" dirty="0" err="1">
                <a:solidFill>
                  <a:srgbClr val="004254"/>
                </a:solidFill>
                <a:latin typeface="ForFuture Sans"/>
              </a:rPr>
              <a:t>Classical</a:t>
            </a:r>
            <a:r>
              <a:rPr lang="es-ES" sz="1100" b="1" dirty="0">
                <a:solidFill>
                  <a:srgbClr val="004254"/>
                </a:solidFill>
                <a:latin typeface="ForFuture Sans"/>
              </a:rPr>
              <a:t> </a:t>
            </a:r>
            <a:r>
              <a:rPr lang="es-ES" sz="1100" b="1" dirty="0" err="1">
                <a:solidFill>
                  <a:srgbClr val="004254"/>
                </a:solidFill>
                <a:latin typeface="ForFuture Sans"/>
              </a:rPr>
              <a:t>Team</a:t>
            </a:r>
            <a:r>
              <a:rPr lang="es-ES" sz="1100" b="1" dirty="0">
                <a:solidFill>
                  <a:srgbClr val="004254"/>
                </a:solidFill>
                <a:latin typeface="ForFuture Sans"/>
              </a:rPr>
              <a:t>: </a:t>
            </a:r>
            <a:r>
              <a:rPr lang="es-ES" sz="1100" dirty="0" err="1">
                <a:solidFill>
                  <a:srgbClr val="004254"/>
                </a:solidFill>
                <a:latin typeface="ForFuture Sans"/>
              </a:rPr>
              <a:t>This</a:t>
            </a:r>
            <a:r>
              <a:rPr lang="es-ES" sz="1100" dirty="0">
                <a:solidFill>
                  <a:srgbClr val="004254"/>
                </a:solidFill>
                <a:latin typeface="ForFuture Sans"/>
              </a:rPr>
              <a:t> </a:t>
            </a:r>
            <a:r>
              <a:rPr lang="es-ES" sz="1100" dirty="0" err="1">
                <a:solidFill>
                  <a:srgbClr val="004254"/>
                </a:solidFill>
                <a:latin typeface="ForFuture Sans"/>
              </a:rPr>
              <a:t>is</a:t>
            </a:r>
            <a:r>
              <a:rPr lang="es-ES" sz="1100" dirty="0">
                <a:solidFill>
                  <a:srgbClr val="004254"/>
                </a:solidFill>
                <a:latin typeface="ForFuture Sans"/>
              </a:rPr>
              <a:t> </a:t>
            </a:r>
            <a:r>
              <a:rPr lang="es-ES" sz="1100" dirty="0" err="1">
                <a:solidFill>
                  <a:srgbClr val="004254"/>
                </a:solidFill>
                <a:latin typeface="ForFuture Sans"/>
              </a:rPr>
              <a:t>your</a:t>
            </a:r>
            <a:r>
              <a:rPr lang="es-ES" sz="1100" dirty="0">
                <a:solidFill>
                  <a:srgbClr val="004254"/>
                </a:solidFill>
                <a:latin typeface="ForFuture Sans"/>
              </a:rPr>
              <a:t> </a:t>
            </a:r>
            <a:r>
              <a:rPr lang="es-ES" sz="1100" dirty="0" err="1">
                <a:solidFill>
                  <a:srgbClr val="004254"/>
                </a:solidFill>
                <a:latin typeface="ForFuture Sans"/>
              </a:rPr>
              <a:t>enemy</a:t>
            </a:r>
            <a:r>
              <a:rPr lang="es-ES" sz="1100" dirty="0">
                <a:solidFill>
                  <a:srgbClr val="004254"/>
                </a:solidFill>
                <a:latin typeface="ForFuture Sans"/>
              </a:rPr>
              <a:t>. </a:t>
            </a:r>
            <a:r>
              <a:rPr lang="es-ES" sz="1100" dirty="0" err="1">
                <a:solidFill>
                  <a:srgbClr val="004254"/>
                </a:solidFill>
                <a:latin typeface="ForFuture Sans"/>
              </a:rPr>
              <a:t>You</a:t>
            </a:r>
            <a:r>
              <a:rPr lang="es-ES" sz="1100" dirty="0">
                <a:solidFill>
                  <a:srgbClr val="004254"/>
                </a:solidFill>
                <a:latin typeface="ForFuture Sans"/>
              </a:rPr>
              <a:t> Will </a:t>
            </a:r>
            <a:r>
              <a:rPr lang="es-ES" sz="1100" dirty="0" err="1">
                <a:solidFill>
                  <a:srgbClr val="004254"/>
                </a:solidFill>
                <a:latin typeface="ForFuture Sans"/>
              </a:rPr>
              <a:t>have</a:t>
            </a:r>
            <a:r>
              <a:rPr lang="es-ES" sz="1100" dirty="0">
                <a:solidFill>
                  <a:srgbClr val="004254"/>
                </a:solidFill>
                <a:latin typeface="ForFuture Sans"/>
              </a:rPr>
              <a:t> Access </a:t>
            </a:r>
            <a:r>
              <a:rPr lang="es-ES" sz="1100" dirty="0" err="1">
                <a:solidFill>
                  <a:srgbClr val="004254"/>
                </a:solidFill>
                <a:latin typeface="ForFuture Sans"/>
              </a:rPr>
              <a:t>to</a:t>
            </a:r>
            <a:r>
              <a:rPr lang="es-ES" sz="1100" dirty="0">
                <a:solidFill>
                  <a:srgbClr val="004254"/>
                </a:solidFill>
                <a:latin typeface="ForFuture Sans"/>
              </a:rPr>
              <a:t> </a:t>
            </a:r>
            <a:r>
              <a:rPr lang="es-ES" sz="1100" dirty="0" err="1">
                <a:solidFill>
                  <a:srgbClr val="004254"/>
                </a:solidFill>
                <a:latin typeface="ForFuture Sans"/>
              </a:rPr>
              <a:t>their</a:t>
            </a:r>
            <a:r>
              <a:rPr lang="es-ES" sz="1100" dirty="0">
                <a:solidFill>
                  <a:srgbClr val="004254"/>
                </a:solidFill>
                <a:latin typeface="ForFuture Sans"/>
              </a:rPr>
              <a:t> </a:t>
            </a:r>
            <a:r>
              <a:rPr lang="es-ES" sz="1100" dirty="0" err="1">
                <a:solidFill>
                  <a:srgbClr val="004254"/>
                </a:solidFill>
                <a:latin typeface="ForFuture Sans"/>
              </a:rPr>
              <a:t>movement</a:t>
            </a:r>
            <a:r>
              <a:rPr lang="es-ES" sz="1100" dirty="0">
                <a:solidFill>
                  <a:srgbClr val="004254"/>
                </a:solidFill>
                <a:latin typeface="ForFuture Sans"/>
              </a:rPr>
              <a:t> </a:t>
            </a:r>
            <a:r>
              <a:rPr lang="es-ES" sz="1100" dirty="0" err="1">
                <a:solidFill>
                  <a:srgbClr val="004254"/>
                </a:solidFill>
                <a:latin typeface="ForFuture Sans"/>
              </a:rPr>
              <a:t>politic</a:t>
            </a:r>
            <a:r>
              <a:rPr lang="es-ES" sz="1100" dirty="0">
                <a:solidFill>
                  <a:srgbClr val="004254"/>
                </a:solidFill>
                <a:latin typeface="ForFuture Sans"/>
              </a:rPr>
              <a:t> </a:t>
            </a:r>
            <a:r>
              <a:rPr lang="es-ES" sz="1100" dirty="0" err="1">
                <a:solidFill>
                  <a:srgbClr val="004254"/>
                </a:solidFill>
                <a:latin typeface="ForFuture Sans"/>
              </a:rPr>
              <a:t>already</a:t>
            </a:r>
            <a:r>
              <a:rPr lang="es-ES" sz="1100" dirty="0">
                <a:solidFill>
                  <a:srgbClr val="004254"/>
                </a:solidFill>
                <a:latin typeface="ForFuture Sans"/>
              </a:rPr>
              <a:t> </a:t>
            </a:r>
            <a:r>
              <a:rPr lang="es-ES" sz="1100" dirty="0" err="1">
                <a:solidFill>
                  <a:srgbClr val="004254"/>
                </a:solidFill>
                <a:latin typeface="ForFuture Sans"/>
              </a:rPr>
              <a:t>fixed</a:t>
            </a:r>
            <a:r>
              <a:rPr lang="es-ES" sz="1100" dirty="0">
                <a:solidFill>
                  <a:srgbClr val="004254"/>
                </a:solidFill>
                <a:latin typeface="ForFuture Sans"/>
              </a:rPr>
              <a:t>. </a:t>
            </a:r>
            <a:r>
              <a:rPr lang="es-ES" sz="1100" dirty="0" err="1">
                <a:solidFill>
                  <a:srgbClr val="004254"/>
                </a:solidFill>
                <a:latin typeface="ForFuture Sans"/>
              </a:rPr>
              <a:t>You</a:t>
            </a:r>
            <a:r>
              <a:rPr lang="es-ES" sz="1100" dirty="0">
                <a:solidFill>
                  <a:srgbClr val="004254"/>
                </a:solidFill>
                <a:latin typeface="ForFuture Sans"/>
              </a:rPr>
              <a:t> </a:t>
            </a:r>
            <a:r>
              <a:rPr lang="es-ES" sz="1100" dirty="0" err="1">
                <a:solidFill>
                  <a:srgbClr val="004254"/>
                </a:solidFill>
                <a:latin typeface="ForFuture Sans"/>
              </a:rPr>
              <a:t>must</a:t>
            </a:r>
            <a:r>
              <a:rPr lang="es-ES" sz="1100" dirty="0">
                <a:solidFill>
                  <a:srgbClr val="004254"/>
                </a:solidFill>
                <a:latin typeface="ForFuture Sans"/>
              </a:rPr>
              <a:t> </a:t>
            </a:r>
            <a:r>
              <a:rPr lang="es-ES" sz="1100" dirty="0" err="1">
                <a:solidFill>
                  <a:srgbClr val="004254"/>
                </a:solidFill>
                <a:latin typeface="ForFuture Sans"/>
              </a:rPr>
              <a:t>act</a:t>
            </a:r>
            <a:r>
              <a:rPr lang="es-ES" sz="1100" dirty="0">
                <a:solidFill>
                  <a:srgbClr val="004254"/>
                </a:solidFill>
                <a:latin typeface="ForFuture Sans"/>
              </a:rPr>
              <a:t> </a:t>
            </a:r>
            <a:r>
              <a:rPr lang="es-ES" sz="1100" dirty="0" err="1">
                <a:solidFill>
                  <a:srgbClr val="004254"/>
                </a:solidFill>
                <a:latin typeface="ForFuture Sans"/>
              </a:rPr>
              <a:t>depending</a:t>
            </a:r>
            <a:r>
              <a:rPr lang="es-ES" sz="1100" dirty="0">
                <a:solidFill>
                  <a:srgbClr val="004254"/>
                </a:solidFill>
                <a:latin typeface="ForFuture Sans"/>
              </a:rPr>
              <a:t> </a:t>
            </a:r>
            <a:r>
              <a:rPr lang="es-ES" sz="1100" dirty="0" err="1">
                <a:solidFill>
                  <a:srgbClr val="004254"/>
                </a:solidFill>
                <a:latin typeface="ForFuture Sans"/>
              </a:rPr>
              <a:t>on</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position </a:t>
            </a:r>
            <a:r>
              <a:rPr lang="es-ES" sz="1100" dirty="0" err="1">
                <a:solidFill>
                  <a:srgbClr val="004254"/>
                </a:solidFill>
                <a:latin typeface="ForFuture Sans"/>
              </a:rPr>
              <a:t>of</a:t>
            </a:r>
            <a:r>
              <a:rPr lang="es-ES" sz="1100" dirty="0">
                <a:solidFill>
                  <a:srgbClr val="004254"/>
                </a:solidFill>
                <a:latin typeface="ForFuture Sans"/>
              </a:rPr>
              <a:t> </a:t>
            </a:r>
            <a:r>
              <a:rPr lang="es-ES" sz="1100" dirty="0" err="1">
                <a:solidFill>
                  <a:srgbClr val="004254"/>
                </a:solidFill>
                <a:latin typeface="ForFuture Sans"/>
              </a:rPr>
              <a:t>their</a:t>
            </a:r>
            <a:r>
              <a:rPr lang="es-ES" sz="1100" dirty="0">
                <a:solidFill>
                  <a:srgbClr val="004254"/>
                </a:solidFill>
                <a:latin typeface="ForFuture Sans"/>
              </a:rPr>
              <a:t> </a:t>
            </a:r>
            <a:r>
              <a:rPr lang="es-ES" sz="1100" dirty="0" err="1">
                <a:solidFill>
                  <a:srgbClr val="004254"/>
                </a:solidFill>
                <a:latin typeface="ForFuture Sans"/>
              </a:rPr>
              <a:t>units</a:t>
            </a:r>
            <a:r>
              <a:rPr lang="es-ES" sz="1100" dirty="0">
                <a:solidFill>
                  <a:srgbClr val="004254"/>
                </a:solidFill>
                <a:latin typeface="ForFuture Sans"/>
              </a:rPr>
              <a:t>.</a:t>
            </a:r>
          </a:p>
        </p:txBody>
      </p:sp>
      <p:grpSp>
        <p:nvGrpSpPr>
          <p:cNvPr id="17" name="Grupo 16">
            <a:extLst>
              <a:ext uri="{FF2B5EF4-FFF2-40B4-BE49-F238E27FC236}">
                <a16:creationId xmlns:a16="http://schemas.microsoft.com/office/drawing/2014/main" id="{6C7C7EBD-6962-73B4-8A64-D3B1027F59C3}"/>
              </a:ext>
            </a:extLst>
          </p:cNvPr>
          <p:cNvGrpSpPr/>
          <p:nvPr/>
        </p:nvGrpSpPr>
        <p:grpSpPr>
          <a:xfrm>
            <a:off x="9944378" y="3119264"/>
            <a:ext cx="1922338" cy="1368152"/>
            <a:chOff x="7716180" y="1436839"/>
            <a:chExt cx="1922338" cy="1862048"/>
          </a:xfrm>
          <a:solidFill>
            <a:schemeClr val="bg1">
              <a:lumMod val="95000"/>
            </a:schemeClr>
          </a:solidFill>
        </p:grpSpPr>
        <p:sp>
          <p:nvSpPr>
            <p:cNvPr id="18" name="Rectángulo 17">
              <a:extLst>
                <a:ext uri="{FF2B5EF4-FFF2-40B4-BE49-F238E27FC236}">
                  <a16:creationId xmlns:a16="http://schemas.microsoft.com/office/drawing/2014/main" id="{E845CCD0-3FAF-DCF1-D944-393CA3F53747}"/>
                </a:ext>
              </a:extLst>
            </p:cNvPr>
            <p:cNvSpPr/>
            <p:nvPr/>
          </p:nvSpPr>
          <p:spPr>
            <a:xfrm>
              <a:off x="7716180" y="1436839"/>
              <a:ext cx="1922338" cy="18620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02D09AAF-195A-224D-AFD9-21DF8E86AFBB}"/>
                </a:ext>
              </a:extLst>
            </p:cNvPr>
            <p:cNvSpPr txBox="1"/>
            <p:nvPr/>
          </p:nvSpPr>
          <p:spPr>
            <a:xfrm>
              <a:off x="7781909" y="1498625"/>
              <a:ext cx="1523642" cy="303266"/>
            </a:xfrm>
            <a:prstGeom prst="rect">
              <a:avLst/>
            </a:prstGeom>
            <a:grpFill/>
          </p:spPr>
          <p:txBody>
            <a:bodyPr vert="horz" wrap="square" lIns="0" tIns="7312" rIns="0" bIns="0" rtlCol="0">
              <a:spAutoFit/>
            </a:bodyPr>
            <a:lstStyle/>
            <a:p>
              <a:pPr marL="7696" algn="ctr">
                <a:spcBef>
                  <a:spcPts val="600"/>
                </a:spcBef>
              </a:pPr>
              <a:r>
                <a:rPr lang="es-ES" sz="1400" b="1" dirty="0" err="1">
                  <a:solidFill>
                    <a:schemeClr val="accent1"/>
                  </a:solidFill>
                  <a:cs typeface="Trebuchet MS"/>
                </a:rPr>
                <a:t>Knights</a:t>
              </a:r>
              <a:endParaRPr lang="es-ES" sz="1400" b="1" dirty="0">
                <a:solidFill>
                  <a:schemeClr val="accent1"/>
                </a:solidFill>
                <a:cs typeface="Trebuchet MS"/>
              </a:endParaRPr>
            </a:p>
          </p:txBody>
        </p:sp>
      </p:grpSp>
      <p:grpSp>
        <p:nvGrpSpPr>
          <p:cNvPr id="20" name="Grupo 19">
            <a:extLst>
              <a:ext uri="{FF2B5EF4-FFF2-40B4-BE49-F238E27FC236}">
                <a16:creationId xmlns:a16="http://schemas.microsoft.com/office/drawing/2014/main" id="{432888A8-D4FE-C072-A0D2-21BC14718A36}"/>
              </a:ext>
            </a:extLst>
          </p:cNvPr>
          <p:cNvGrpSpPr/>
          <p:nvPr/>
        </p:nvGrpSpPr>
        <p:grpSpPr>
          <a:xfrm>
            <a:off x="7768161" y="3119264"/>
            <a:ext cx="1922338" cy="1368152"/>
            <a:chOff x="7716180" y="1436839"/>
            <a:chExt cx="1922338" cy="1862048"/>
          </a:xfrm>
          <a:solidFill>
            <a:schemeClr val="bg1">
              <a:lumMod val="95000"/>
            </a:schemeClr>
          </a:solidFill>
        </p:grpSpPr>
        <p:sp>
          <p:nvSpPr>
            <p:cNvPr id="21" name="Rectángulo 20">
              <a:extLst>
                <a:ext uri="{FF2B5EF4-FFF2-40B4-BE49-F238E27FC236}">
                  <a16:creationId xmlns:a16="http://schemas.microsoft.com/office/drawing/2014/main" id="{62DC379C-481D-B94A-91C8-D758D9A7A49B}"/>
                </a:ext>
              </a:extLst>
            </p:cNvPr>
            <p:cNvSpPr/>
            <p:nvPr/>
          </p:nvSpPr>
          <p:spPr>
            <a:xfrm>
              <a:off x="7716180" y="1436839"/>
              <a:ext cx="1922338" cy="18620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A2113206-6DA5-1AB0-D337-E7FC87B87090}"/>
                </a:ext>
              </a:extLst>
            </p:cNvPr>
            <p:cNvSpPr txBox="1"/>
            <p:nvPr/>
          </p:nvSpPr>
          <p:spPr>
            <a:xfrm>
              <a:off x="7781909" y="1498625"/>
              <a:ext cx="1497276" cy="303266"/>
            </a:xfrm>
            <a:prstGeom prst="rect">
              <a:avLst/>
            </a:prstGeom>
            <a:grpFill/>
          </p:spPr>
          <p:txBody>
            <a:bodyPr vert="horz" wrap="square" lIns="0" tIns="7312" rIns="0" bIns="0" rtlCol="0">
              <a:spAutoFit/>
            </a:bodyPr>
            <a:lstStyle/>
            <a:p>
              <a:pPr marL="7696" algn="ctr">
                <a:spcBef>
                  <a:spcPts val="600"/>
                </a:spcBef>
              </a:pPr>
              <a:r>
                <a:rPr lang="es-ES" sz="1400" b="1" dirty="0" err="1">
                  <a:solidFill>
                    <a:schemeClr val="accent1"/>
                  </a:solidFill>
                  <a:cs typeface="Trebuchet MS"/>
                </a:rPr>
                <a:t>Archers</a:t>
              </a:r>
              <a:endParaRPr lang="es-ES" sz="1400" b="1" dirty="0">
                <a:solidFill>
                  <a:schemeClr val="accent1"/>
                </a:solidFill>
                <a:cs typeface="Trebuchet MS"/>
              </a:endParaRPr>
            </a:p>
          </p:txBody>
        </p:sp>
      </p:grpSp>
      <p:grpSp>
        <p:nvGrpSpPr>
          <p:cNvPr id="23" name="Grupo 22">
            <a:extLst>
              <a:ext uri="{FF2B5EF4-FFF2-40B4-BE49-F238E27FC236}">
                <a16:creationId xmlns:a16="http://schemas.microsoft.com/office/drawing/2014/main" id="{D62BB3D4-E3AE-68E7-D2A9-2911FE1BFF5C}"/>
              </a:ext>
            </a:extLst>
          </p:cNvPr>
          <p:cNvGrpSpPr/>
          <p:nvPr/>
        </p:nvGrpSpPr>
        <p:grpSpPr>
          <a:xfrm>
            <a:off x="5591944" y="3119264"/>
            <a:ext cx="1922338" cy="1368152"/>
            <a:chOff x="7716180" y="1436839"/>
            <a:chExt cx="1922338" cy="1862048"/>
          </a:xfrm>
          <a:solidFill>
            <a:schemeClr val="bg1">
              <a:lumMod val="95000"/>
            </a:schemeClr>
          </a:solidFill>
        </p:grpSpPr>
        <p:sp>
          <p:nvSpPr>
            <p:cNvPr id="24" name="Rectángulo 23">
              <a:extLst>
                <a:ext uri="{FF2B5EF4-FFF2-40B4-BE49-F238E27FC236}">
                  <a16:creationId xmlns:a16="http://schemas.microsoft.com/office/drawing/2014/main" id="{A6416B2A-6CF6-FC5A-6A2D-2AB2728F8736}"/>
                </a:ext>
              </a:extLst>
            </p:cNvPr>
            <p:cNvSpPr/>
            <p:nvPr/>
          </p:nvSpPr>
          <p:spPr>
            <a:xfrm>
              <a:off x="7716180" y="1436839"/>
              <a:ext cx="1922338" cy="18620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CuadroTexto 24">
              <a:extLst>
                <a:ext uri="{FF2B5EF4-FFF2-40B4-BE49-F238E27FC236}">
                  <a16:creationId xmlns:a16="http://schemas.microsoft.com/office/drawing/2014/main" id="{D27EB75D-9383-A3E1-87AB-B2023B896980}"/>
                </a:ext>
              </a:extLst>
            </p:cNvPr>
            <p:cNvSpPr txBox="1"/>
            <p:nvPr/>
          </p:nvSpPr>
          <p:spPr>
            <a:xfrm>
              <a:off x="7781909" y="1498625"/>
              <a:ext cx="1563005" cy="303266"/>
            </a:xfrm>
            <a:prstGeom prst="rect">
              <a:avLst/>
            </a:prstGeom>
            <a:grpFill/>
          </p:spPr>
          <p:txBody>
            <a:bodyPr vert="horz" wrap="square" lIns="0" tIns="7312" rIns="0" bIns="0" rtlCol="0">
              <a:spAutoFit/>
            </a:bodyPr>
            <a:lstStyle/>
            <a:p>
              <a:pPr marL="7696" algn="ctr">
                <a:spcBef>
                  <a:spcPts val="600"/>
                </a:spcBef>
              </a:pPr>
              <a:r>
                <a:rPr lang="es-ES" sz="1400" b="1" dirty="0" err="1">
                  <a:solidFill>
                    <a:schemeClr val="accent1"/>
                  </a:solidFill>
                  <a:cs typeface="Trebuchet MS"/>
                </a:rPr>
                <a:t>Soldiers</a:t>
              </a:r>
              <a:endParaRPr lang="es-ES" sz="1400" b="1" dirty="0">
                <a:solidFill>
                  <a:schemeClr val="accent1"/>
                </a:solidFill>
                <a:cs typeface="Trebuchet MS"/>
              </a:endParaRPr>
            </a:p>
          </p:txBody>
        </p:sp>
      </p:grpSp>
      <p:grpSp>
        <p:nvGrpSpPr>
          <p:cNvPr id="42" name="Grupo 41">
            <a:extLst>
              <a:ext uri="{FF2B5EF4-FFF2-40B4-BE49-F238E27FC236}">
                <a16:creationId xmlns:a16="http://schemas.microsoft.com/office/drawing/2014/main" id="{D9DB451F-45BE-3A29-FBF6-5051312E4CEF}"/>
              </a:ext>
            </a:extLst>
          </p:cNvPr>
          <p:cNvGrpSpPr/>
          <p:nvPr/>
        </p:nvGrpSpPr>
        <p:grpSpPr>
          <a:xfrm>
            <a:off x="5791594" y="3487344"/>
            <a:ext cx="1523038" cy="916751"/>
            <a:chOff x="5797098" y="3581056"/>
            <a:chExt cx="1523038" cy="916751"/>
          </a:xfrm>
        </p:grpSpPr>
        <p:grpSp>
          <p:nvGrpSpPr>
            <p:cNvPr id="34" name="Grupo 33">
              <a:extLst>
                <a:ext uri="{FF2B5EF4-FFF2-40B4-BE49-F238E27FC236}">
                  <a16:creationId xmlns:a16="http://schemas.microsoft.com/office/drawing/2014/main" id="{EE81EAD7-62CE-130E-B2FB-B34378A14C33}"/>
                </a:ext>
              </a:extLst>
            </p:cNvPr>
            <p:cNvGrpSpPr/>
            <p:nvPr/>
          </p:nvGrpSpPr>
          <p:grpSpPr>
            <a:xfrm>
              <a:off x="5797098" y="3590271"/>
              <a:ext cx="313185" cy="907536"/>
              <a:chOff x="5797098" y="3590271"/>
              <a:chExt cx="313185" cy="907536"/>
            </a:xfrm>
          </p:grpSpPr>
          <p:sp>
            <p:nvSpPr>
              <p:cNvPr id="28" name="Corazón 27">
                <a:extLst>
                  <a:ext uri="{FF2B5EF4-FFF2-40B4-BE49-F238E27FC236}">
                    <a16:creationId xmlns:a16="http://schemas.microsoft.com/office/drawing/2014/main" id="{616A607D-906F-556D-A71B-7812AB3ABCF5}"/>
                  </a:ext>
                </a:extLst>
              </p:cNvPr>
              <p:cNvSpPr/>
              <p:nvPr/>
            </p:nvSpPr>
            <p:spPr>
              <a:xfrm>
                <a:off x="5845678" y="3590271"/>
                <a:ext cx="216024" cy="216519"/>
              </a:xfrm>
              <a:prstGeom prst="hear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1" name="Gráfico 30" descr="Puño cerrado con relleno sólido">
                <a:extLst>
                  <a:ext uri="{FF2B5EF4-FFF2-40B4-BE49-F238E27FC236}">
                    <a16:creationId xmlns:a16="http://schemas.microsoft.com/office/drawing/2014/main" id="{59688178-E7ED-0C07-EF8D-6373614771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97098" y="3858164"/>
                <a:ext cx="313184" cy="313184"/>
              </a:xfrm>
              <a:prstGeom prst="rect">
                <a:avLst/>
              </a:prstGeom>
            </p:spPr>
          </p:pic>
          <p:pic>
            <p:nvPicPr>
              <p:cNvPr id="33" name="Gráfico 32" descr="Ojo con relleno sólido">
                <a:extLst>
                  <a:ext uri="{FF2B5EF4-FFF2-40B4-BE49-F238E27FC236}">
                    <a16:creationId xmlns:a16="http://schemas.microsoft.com/office/drawing/2014/main" id="{7DA3FF84-8A53-E93A-BF74-DA008869734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97098" y="4184622"/>
                <a:ext cx="313185" cy="313185"/>
              </a:xfrm>
              <a:prstGeom prst="rect">
                <a:avLst/>
              </a:prstGeom>
            </p:spPr>
          </p:pic>
        </p:grpSp>
        <p:sp>
          <p:nvSpPr>
            <p:cNvPr id="38" name="Rectángulo 37">
              <a:extLst>
                <a:ext uri="{FF2B5EF4-FFF2-40B4-BE49-F238E27FC236}">
                  <a16:creationId xmlns:a16="http://schemas.microsoft.com/office/drawing/2014/main" id="{E7CD6A3F-ED2E-96EF-D67F-3099E4203FCB}"/>
                </a:ext>
              </a:extLst>
            </p:cNvPr>
            <p:cNvSpPr/>
            <p:nvPr/>
          </p:nvSpPr>
          <p:spPr>
            <a:xfrm>
              <a:off x="6168008" y="3581056"/>
              <a:ext cx="941608" cy="21651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Rectángulo 39">
              <a:extLst>
                <a:ext uri="{FF2B5EF4-FFF2-40B4-BE49-F238E27FC236}">
                  <a16:creationId xmlns:a16="http://schemas.microsoft.com/office/drawing/2014/main" id="{B13B4A88-5741-F9B5-F295-01446D3162C7}"/>
                </a:ext>
              </a:extLst>
            </p:cNvPr>
            <p:cNvSpPr/>
            <p:nvPr/>
          </p:nvSpPr>
          <p:spPr>
            <a:xfrm>
              <a:off x="6168008" y="3900994"/>
              <a:ext cx="581568" cy="21651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Rectángulo 40">
              <a:extLst>
                <a:ext uri="{FF2B5EF4-FFF2-40B4-BE49-F238E27FC236}">
                  <a16:creationId xmlns:a16="http://schemas.microsoft.com/office/drawing/2014/main" id="{13CA5E11-88E9-B4D4-0D94-84505BC20C6F}"/>
                </a:ext>
              </a:extLst>
            </p:cNvPr>
            <p:cNvSpPr/>
            <p:nvPr/>
          </p:nvSpPr>
          <p:spPr>
            <a:xfrm>
              <a:off x="6168008" y="4236713"/>
              <a:ext cx="221528" cy="21651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ángulo 34">
              <a:extLst>
                <a:ext uri="{FF2B5EF4-FFF2-40B4-BE49-F238E27FC236}">
                  <a16:creationId xmlns:a16="http://schemas.microsoft.com/office/drawing/2014/main" id="{72403C01-F5A5-6444-53D3-4CFAD7CA861F}"/>
                </a:ext>
              </a:extLst>
            </p:cNvPr>
            <p:cNvSpPr/>
            <p:nvPr/>
          </p:nvSpPr>
          <p:spPr>
            <a:xfrm>
              <a:off x="6168008" y="3581056"/>
              <a:ext cx="1152128" cy="21651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35">
              <a:extLst>
                <a:ext uri="{FF2B5EF4-FFF2-40B4-BE49-F238E27FC236}">
                  <a16:creationId xmlns:a16="http://schemas.microsoft.com/office/drawing/2014/main" id="{D10040F7-AFB0-0B8B-F2DC-E6505177FC10}"/>
                </a:ext>
              </a:extLst>
            </p:cNvPr>
            <p:cNvSpPr/>
            <p:nvPr/>
          </p:nvSpPr>
          <p:spPr>
            <a:xfrm>
              <a:off x="6168008" y="3900994"/>
              <a:ext cx="1152128" cy="21651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Rectángulo 36">
              <a:extLst>
                <a:ext uri="{FF2B5EF4-FFF2-40B4-BE49-F238E27FC236}">
                  <a16:creationId xmlns:a16="http://schemas.microsoft.com/office/drawing/2014/main" id="{E6C7C21C-0408-6276-064A-35A2BE72805E}"/>
                </a:ext>
              </a:extLst>
            </p:cNvPr>
            <p:cNvSpPr/>
            <p:nvPr/>
          </p:nvSpPr>
          <p:spPr>
            <a:xfrm>
              <a:off x="6168008" y="4232954"/>
              <a:ext cx="1152128" cy="21651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43" name="Grupo 42">
            <a:extLst>
              <a:ext uri="{FF2B5EF4-FFF2-40B4-BE49-F238E27FC236}">
                <a16:creationId xmlns:a16="http://schemas.microsoft.com/office/drawing/2014/main" id="{EDAFFDB2-CD36-FC39-A713-660931E38E75}"/>
              </a:ext>
            </a:extLst>
          </p:cNvPr>
          <p:cNvGrpSpPr/>
          <p:nvPr/>
        </p:nvGrpSpPr>
        <p:grpSpPr>
          <a:xfrm>
            <a:off x="7967811" y="3487344"/>
            <a:ext cx="1523038" cy="916751"/>
            <a:chOff x="5797098" y="3581056"/>
            <a:chExt cx="1523038" cy="916751"/>
          </a:xfrm>
        </p:grpSpPr>
        <p:grpSp>
          <p:nvGrpSpPr>
            <p:cNvPr id="44" name="Grupo 43">
              <a:extLst>
                <a:ext uri="{FF2B5EF4-FFF2-40B4-BE49-F238E27FC236}">
                  <a16:creationId xmlns:a16="http://schemas.microsoft.com/office/drawing/2014/main" id="{C4FB02C4-DB47-0087-F734-409088498D85}"/>
                </a:ext>
              </a:extLst>
            </p:cNvPr>
            <p:cNvGrpSpPr/>
            <p:nvPr/>
          </p:nvGrpSpPr>
          <p:grpSpPr>
            <a:xfrm>
              <a:off x="5797098" y="3590271"/>
              <a:ext cx="313185" cy="907536"/>
              <a:chOff x="5797098" y="3590271"/>
              <a:chExt cx="313185" cy="907536"/>
            </a:xfrm>
          </p:grpSpPr>
          <p:sp>
            <p:nvSpPr>
              <p:cNvPr id="51" name="Corazón 50">
                <a:extLst>
                  <a:ext uri="{FF2B5EF4-FFF2-40B4-BE49-F238E27FC236}">
                    <a16:creationId xmlns:a16="http://schemas.microsoft.com/office/drawing/2014/main" id="{12A1D11B-730B-F1BE-2FAA-27CC10ECC3C7}"/>
                  </a:ext>
                </a:extLst>
              </p:cNvPr>
              <p:cNvSpPr/>
              <p:nvPr/>
            </p:nvSpPr>
            <p:spPr>
              <a:xfrm>
                <a:off x="5845678" y="3590271"/>
                <a:ext cx="216024" cy="216519"/>
              </a:xfrm>
              <a:prstGeom prst="hear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2" name="Gráfico 51" descr="Puño cerrado con relleno sólido">
                <a:extLst>
                  <a:ext uri="{FF2B5EF4-FFF2-40B4-BE49-F238E27FC236}">
                    <a16:creationId xmlns:a16="http://schemas.microsoft.com/office/drawing/2014/main" id="{1BFAFF26-E30B-922B-2CE7-382313AB18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97098" y="3858164"/>
                <a:ext cx="313184" cy="313184"/>
              </a:xfrm>
              <a:prstGeom prst="rect">
                <a:avLst/>
              </a:prstGeom>
            </p:spPr>
          </p:pic>
          <p:pic>
            <p:nvPicPr>
              <p:cNvPr id="53" name="Gráfico 52" descr="Ojo con relleno sólido">
                <a:extLst>
                  <a:ext uri="{FF2B5EF4-FFF2-40B4-BE49-F238E27FC236}">
                    <a16:creationId xmlns:a16="http://schemas.microsoft.com/office/drawing/2014/main" id="{D865220E-02A6-6441-4B32-6C42B871072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97098" y="4184622"/>
                <a:ext cx="313185" cy="313185"/>
              </a:xfrm>
              <a:prstGeom prst="rect">
                <a:avLst/>
              </a:prstGeom>
            </p:spPr>
          </p:pic>
        </p:grpSp>
        <p:sp>
          <p:nvSpPr>
            <p:cNvPr id="45" name="Rectángulo 44">
              <a:extLst>
                <a:ext uri="{FF2B5EF4-FFF2-40B4-BE49-F238E27FC236}">
                  <a16:creationId xmlns:a16="http://schemas.microsoft.com/office/drawing/2014/main" id="{4EB7EEBE-D391-3427-33A0-71EDF505409B}"/>
                </a:ext>
              </a:extLst>
            </p:cNvPr>
            <p:cNvSpPr/>
            <p:nvPr/>
          </p:nvSpPr>
          <p:spPr>
            <a:xfrm>
              <a:off x="6168008" y="3581056"/>
              <a:ext cx="216024" cy="21651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Rectángulo 45">
              <a:extLst>
                <a:ext uri="{FF2B5EF4-FFF2-40B4-BE49-F238E27FC236}">
                  <a16:creationId xmlns:a16="http://schemas.microsoft.com/office/drawing/2014/main" id="{58EC3C3C-BB30-A744-B4EA-002F8862B4C1}"/>
                </a:ext>
              </a:extLst>
            </p:cNvPr>
            <p:cNvSpPr/>
            <p:nvPr/>
          </p:nvSpPr>
          <p:spPr>
            <a:xfrm>
              <a:off x="6168007" y="3900994"/>
              <a:ext cx="565592" cy="21651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Rectángulo 46">
              <a:extLst>
                <a:ext uri="{FF2B5EF4-FFF2-40B4-BE49-F238E27FC236}">
                  <a16:creationId xmlns:a16="http://schemas.microsoft.com/office/drawing/2014/main" id="{7BBE92BB-2288-42DD-1FB7-181224BD6AE0}"/>
                </a:ext>
              </a:extLst>
            </p:cNvPr>
            <p:cNvSpPr/>
            <p:nvPr/>
          </p:nvSpPr>
          <p:spPr>
            <a:xfrm>
              <a:off x="6168008" y="4236713"/>
              <a:ext cx="925234" cy="21651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Rectángulo 47">
              <a:extLst>
                <a:ext uri="{FF2B5EF4-FFF2-40B4-BE49-F238E27FC236}">
                  <a16:creationId xmlns:a16="http://schemas.microsoft.com/office/drawing/2014/main" id="{C9508C83-60FB-FF9B-A0A4-D6F2FD50906A}"/>
                </a:ext>
              </a:extLst>
            </p:cNvPr>
            <p:cNvSpPr/>
            <p:nvPr/>
          </p:nvSpPr>
          <p:spPr>
            <a:xfrm>
              <a:off x="6168008" y="3581056"/>
              <a:ext cx="1152128" cy="21651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Rectángulo 48">
              <a:extLst>
                <a:ext uri="{FF2B5EF4-FFF2-40B4-BE49-F238E27FC236}">
                  <a16:creationId xmlns:a16="http://schemas.microsoft.com/office/drawing/2014/main" id="{99FF9A11-FF30-D913-3B80-0ABBBD3E76EB}"/>
                </a:ext>
              </a:extLst>
            </p:cNvPr>
            <p:cNvSpPr/>
            <p:nvPr/>
          </p:nvSpPr>
          <p:spPr>
            <a:xfrm>
              <a:off x="6168008" y="3900994"/>
              <a:ext cx="1152128" cy="21651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Rectángulo 49">
              <a:extLst>
                <a:ext uri="{FF2B5EF4-FFF2-40B4-BE49-F238E27FC236}">
                  <a16:creationId xmlns:a16="http://schemas.microsoft.com/office/drawing/2014/main" id="{D3B02CF8-7CC6-0519-AD9B-7E1FB8778835}"/>
                </a:ext>
              </a:extLst>
            </p:cNvPr>
            <p:cNvSpPr/>
            <p:nvPr/>
          </p:nvSpPr>
          <p:spPr>
            <a:xfrm>
              <a:off x="6168008" y="4232954"/>
              <a:ext cx="1152128" cy="21651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54" name="Grupo 53">
            <a:extLst>
              <a:ext uri="{FF2B5EF4-FFF2-40B4-BE49-F238E27FC236}">
                <a16:creationId xmlns:a16="http://schemas.microsoft.com/office/drawing/2014/main" id="{83776982-E60B-C441-347A-878C0AEF4879}"/>
              </a:ext>
            </a:extLst>
          </p:cNvPr>
          <p:cNvGrpSpPr/>
          <p:nvPr/>
        </p:nvGrpSpPr>
        <p:grpSpPr>
          <a:xfrm>
            <a:off x="10144028" y="3487344"/>
            <a:ext cx="1523038" cy="916751"/>
            <a:chOff x="5797098" y="3581056"/>
            <a:chExt cx="1523038" cy="916751"/>
          </a:xfrm>
        </p:grpSpPr>
        <p:grpSp>
          <p:nvGrpSpPr>
            <p:cNvPr id="55" name="Grupo 54">
              <a:extLst>
                <a:ext uri="{FF2B5EF4-FFF2-40B4-BE49-F238E27FC236}">
                  <a16:creationId xmlns:a16="http://schemas.microsoft.com/office/drawing/2014/main" id="{C0C26F5A-A819-503D-43B0-93C2648E6AA4}"/>
                </a:ext>
              </a:extLst>
            </p:cNvPr>
            <p:cNvGrpSpPr/>
            <p:nvPr/>
          </p:nvGrpSpPr>
          <p:grpSpPr>
            <a:xfrm>
              <a:off x="5797098" y="3590271"/>
              <a:ext cx="313185" cy="907536"/>
              <a:chOff x="5797098" y="3590271"/>
              <a:chExt cx="313185" cy="907536"/>
            </a:xfrm>
          </p:grpSpPr>
          <p:sp>
            <p:nvSpPr>
              <p:cNvPr id="62" name="Corazón 61">
                <a:extLst>
                  <a:ext uri="{FF2B5EF4-FFF2-40B4-BE49-F238E27FC236}">
                    <a16:creationId xmlns:a16="http://schemas.microsoft.com/office/drawing/2014/main" id="{41417F11-9EDF-2784-19F8-0A4D5BCC388A}"/>
                  </a:ext>
                </a:extLst>
              </p:cNvPr>
              <p:cNvSpPr/>
              <p:nvPr/>
            </p:nvSpPr>
            <p:spPr>
              <a:xfrm>
                <a:off x="5845678" y="3590271"/>
                <a:ext cx="216024" cy="216519"/>
              </a:xfrm>
              <a:prstGeom prst="hear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3" name="Gráfico 62" descr="Puño cerrado con relleno sólido">
                <a:extLst>
                  <a:ext uri="{FF2B5EF4-FFF2-40B4-BE49-F238E27FC236}">
                    <a16:creationId xmlns:a16="http://schemas.microsoft.com/office/drawing/2014/main" id="{E883B03A-B867-6C2C-E22D-DFC2BEB4DB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97098" y="3858164"/>
                <a:ext cx="313184" cy="313184"/>
              </a:xfrm>
              <a:prstGeom prst="rect">
                <a:avLst/>
              </a:prstGeom>
            </p:spPr>
          </p:pic>
          <p:pic>
            <p:nvPicPr>
              <p:cNvPr id="64" name="Gráfico 63" descr="Ojo con relleno sólido">
                <a:extLst>
                  <a:ext uri="{FF2B5EF4-FFF2-40B4-BE49-F238E27FC236}">
                    <a16:creationId xmlns:a16="http://schemas.microsoft.com/office/drawing/2014/main" id="{9A6E1D0D-F456-1EE8-B2C6-66FDFE933BA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97098" y="4184622"/>
                <a:ext cx="313185" cy="313185"/>
              </a:xfrm>
              <a:prstGeom prst="rect">
                <a:avLst/>
              </a:prstGeom>
            </p:spPr>
          </p:pic>
        </p:grpSp>
        <p:sp>
          <p:nvSpPr>
            <p:cNvPr id="56" name="Rectángulo 55">
              <a:extLst>
                <a:ext uri="{FF2B5EF4-FFF2-40B4-BE49-F238E27FC236}">
                  <a16:creationId xmlns:a16="http://schemas.microsoft.com/office/drawing/2014/main" id="{04257262-D057-DCB9-7146-AF5F7111B4E7}"/>
                </a:ext>
              </a:extLst>
            </p:cNvPr>
            <p:cNvSpPr/>
            <p:nvPr/>
          </p:nvSpPr>
          <p:spPr>
            <a:xfrm>
              <a:off x="6168007" y="3581056"/>
              <a:ext cx="621623" cy="21651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7" name="Rectángulo 56">
              <a:extLst>
                <a:ext uri="{FF2B5EF4-FFF2-40B4-BE49-F238E27FC236}">
                  <a16:creationId xmlns:a16="http://schemas.microsoft.com/office/drawing/2014/main" id="{A8215EB7-5E38-894B-F88D-7073182534D6}"/>
                </a:ext>
              </a:extLst>
            </p:cNvPr>
            <p:cNvSpPr/>
            <p:nvPr/>
          </p:nvSpPr>
          <p:spPr>
            <a:xfrm>
              <a:off x="6168008" y="3900994"/>
              <a:ext cx="981662" cy="21651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Rectángulo 57">
              <a:extLst>
                <a:ext uri="{FF2B5EF4-FFF2-40B4-BE49-F238E27FC236}">
                  <a16:creationId xmlns:a16="http://schemas.microsoft.com/office/drawing/2014/main" id="{C34167E9-2133-D6B1-6987-552BB54CEE98}"/>
                </a:ext>
              </a:extLst>
            </p:cNvPr>
            <p:cNvSpPr/>
            <p:nvPr/>
          </p:nvSpPr>
          <p:spPr>
            <a:xfrm>
              <a:off x="6168007" y="4236713"/>
              <a:ext cx="261583" cy="21651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9" name="Rectángulo 58">
              <a:extLst>
                <a:ext uri="{FF2B5EF4-FFF2-40B4-BE49-F238E27FC236}">
                  <a16:creationId xmlns:a16="http://schemas.microsoft.com/office/drawing/2014/main" id="{8EEB38C2-26E0-B140-234A-8BD4007F2EB8}"/>
                </a:ext>
              </a:extLst>
            </p:cNvPr>
            <p:cNvSpPr/>
            <p:nvPr/>
          </p:nvSpPr>
          <p:spPr>
            <a:xfrm>
              <a:off x="6168008" y="3581056"/>
              <a:ext cx="1152128" cy="21651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0" name="Rectángulo 59">
              <a:extLst>
                <a:ext uri="{FF2B5EF4-FFF2-40B4-BE49-F238E27FC236}">
                  <a16:creationId xmlns:a16="http://schemas.microsoft.com/office/drawing/2014/main" id="{97ECB60D-155A-4DC8-DBD5-FDC5E03C2C10}"/>
                </a:ext>
              </a:extLst>
            </p:cNvPr>
            <p:cNvSpPr/>
            <p:nvPr/>
          </p:nvSpPr>
          <p:spPr>
            <a:xfrm>
              <a:off x="6168008" y="3900994"/>
              <a:ext cx="1152128" cy="21651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1" name="Rectángulo 60">
              <a:extLst>
                <a:ext uri="{FF2B5EF4-FFF2-40B4-BE49-F238E27FC236}">
                  <a16:creationId xmlns:a16="http://schemas.microsoft.com/office/drawing/2014/main" id="{25F9ED09-EEF7-CCCF-73B1-4E9DC6EFADE9}"/>
                </a:ext>
              </a:extLst>
            </p:cNvPr>
            <p:cNvSpPr/>
            <p:nvPr/>
          </p:nvSpPr>
          <p:spPr>
            <a:xfrm>
              <a:off x="6168008" y="4232954"/>
              <a:ext cx="1152128" cy="21651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pic>
        <p:nvPicPr>
          <p:cNvPr id="66" name="Gráfico 65" descr="Arco y flecha con relleno sólido">
            <a:extLst>
              <a:ext uri="{FF2B5EF4-FFF2-40B4-BE49-F238E27FC236}">
                <a16:creationId xmlns:a16="http://schemas.microsoft.com/office/drawing/2014/main" id="{26C77B90-1E51-DD9D-71CA-37B13BB2CB4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29888" y="3157212"/>
            <a:ext cx="246656" cy="246656"/>
          </a:xfrm>
          <a:prstGeom prst="rect">
            <a:avLst/>
          </a:prstGeom>
        </p:spPr>
      </p:pic>
      <p:pic>
        <p:nvPicPr>
          <p:cNvPr id="68" name="Gráfico 67" descr="Caballo con relleno sólido">
            <a:extLst>
              <a:ext uri="{FF2B5EF4-FFF2-40B4-BE49-F238E27FC236}">
                <a16:creationId xmlns:a16="http://schemas.microsoft.com/office/drawing/2014/main" id="{44A14EBA-8528-F2F8-1A36-DA9CF015F8F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98864" y="3124003"/>
            <a:ext cx="270748" cy="270748"/>
          </a:xfrm>
          <a:prstGeom prst="rect">
            <a:avLst/>
          </a:prstGeom>
        </p:spPr>
      </p:pic>
      <p:pic>
        <p:nvPicPr>
          <p:cNvPr id="70" name="Gráfico 69" descr="Espada con relleno sólido">
            <a:extLst>
              <a:ext uri="{FF2B5EF4-FFF2-40B4-BE49-F238E27FC236}">
                <a16:creationId xmlns:a16="http://schemas.microsoft.com/office/drawing/2014/main" id="{627FF922-CF06-A1BE-DF1A-113A0FB56EA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78229" y="3156223"/>
            <a:ext cx="225883" cy="215680"/>
          </a:xfrm>
          <a:prstGeom prst="rect">
            <a:avLst/>
          </a:prstGeom>
        </p:spPr>
      </p:pic>
      <p:grpSp>
        <p:nvGrpSpPr>
          <p:cNvPr id="71" name="Grupo 70">
            <a:extLst>
              <a:ext uri="{FF2B5EF4-FFF2-40B4-BE49-F238E27FC236}">
                <a16:creationId xmlns:a16="http://schemas.microsoft.com/office/drawing/2014/main" id="{3682FEF7-8EC2-474A-4783-F9CA00E174A8}"/>
              </a:ext>
            </a:extLst>
          </p:cNvPr>
          <p:cNvGrpSpPr/>
          <p:nvPr/>
        </p:nvGrpSpPr>
        <p:grpSpPr>
          <a:xfrm>
            <a:off x="5653239" y="4916924"/>
            <a:ext cx="1922338" cy="1320364"/>
            <a:chOff x="7716180" y="1436839"/>
            <a:chExt cx="1922338" cy="1862048"/>
          </a:xfrm>
          <a:solidFill>
            <a:schemeClr val="bg1">
              <a:lumMod val="95000"/>
            </a:schemeClr>
          </a:solidFill>
        </p:grpSpPr>
        <p:sp>
          <p:nvSpPr>
            <p:cNvPr id="72" name="Rectángulo 71">
              <a:extLst>
                <a:ext uri="{FF2B5EF4-FFF2-40B4-BE49-F238E27FC236}">
                  <a16:creationId xmlns:a16="http://schemas.microsoft.com/office/drawing/2014/main" id="{56BE20F3-EE4A-BC8B-B624-8884E481A740}"/>
                </a:ext>
              </a:extLst>
            </p:cNvPr>
            <p:cNvSpPr/>
            <p:nvPr/>
          </p:nvSpPr>
          <p:spPr>
            <a:xfrm>
              <a:off x="7716180" y="1436839"/>
              <a:ext cx="1922338" cy="18620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CuadroTexto 72">
              <a:extLst>
                <a:ext uri="{FF2B5EF4-FFF2-40B4-BE49-F238E27FC236}">
                  <a16:creationId xmlns:a16="http://schemas.microsoft.com/office/drawing/2014/main" id="{7634A041-71B3-1BE3-A55B-A25D864C569F}"/>
                </a:ext>
              </a:extLst>
            </p:cNvPr>
            <p:cNvSpPr txBox="1"/>
            <p:nvPr/>
          </p:nvSpPr>
          <p:spPr>
            <a:xfrm>
              <a:off x="7895846" y="1502450"/>
              <a:ext cx="1563005" cy="314243"/>
            </a:xfrm>
            <a:prstGeom prst="rect">
              <a:avLst/>
            </a:prstGeom>
            <a:grpFill/>
          </p:spPr>
          <p:txBody>
            <a:bodyPr vert="horz" wrap="square" lIns="0" tIns="7312" rIns="0" bIns="0" rtlCol="0">
              <a:spAutoFit/>
            </a:bodyPr>
            <a:lstStyle/>
            <a:p>
              <a:pPr marL="7696" algn="ctr">
                <a:spcBef>
                  <a:spcPts val="600"/>
                </a:spcBef>
              </a:pPr>
              <a:r>
                <a:rPr lang="es-ES" sz="1400" b="1" dirty="0" err="1">
                  <a:solidFill>
                    <a:schemeClr val="accent1"/>
                  </a:solidFill>
                  <a:cs typeface="Trebuchet MS"/>
                </a:rPr>
                <a:t>Fronting</a:t>
              </a:r>
              <a:endParaRPr lang="es-ES" sz="1400" b="1" dirty="0">
                <a:solidFill>
                  <a:schemeClr val="accent1"/>
                </a:solidFill>
                <a:cs typeface="Trebuchet MS"/>
              </a:endParaRPr>
            </a:p>
          </p:txBody>
        </p:sp>
      </p:grpSp>
      <p:grpSp>
        <p:nvGrpSpPr>
          <p:cNvPr id="74" name="Grupo 73">
            <a:extLst>
              <a:ext uri="{FF2B5EF4-FFF2-40B4-BE49-F238E27FC236}">
                <a16:creationId xmlns:a16="http://schemas.microsoft.com/office/drawing/2014/main" id="{479C65ED-9EF2-4DC6-BA2B-FE351D305E47}"/>
              </a:ext>
            </a:extLst>
          </p:cNvPr>
          <p:cNvGrpSpPr/>
          <p:nvPr/>
        </p:nvGrpSpPr>
        <p:grpSpPr>
          <a:xfrm>
            <a:off x="7768161" y="4926315"/>
            <a:ext cx="1922338" cy="1320363"/>
            <a:chOff x="7716180" y="1436839"/>
            <a:chExt cx="1922338" cy="1862048"/>
          </a:xfrm>
          <a:solidFill>
            <a:schemeClr val="bg1">
              <a:lumMod val="95000"/>
            </a:schemeClr>
          </a:solidFill>
        </p:grpSpPr>
        <p:sp>
          <p:nvSpPr>
            <p:cNvPr id="75" name="Rectángulo 74">
              <a:extLst>
                <a:ext uri="{FF2B5EF4-FFF2-40B4-BE49-F238E27FC236}">
                  <a16:creationId xmlns:a16="http://schemas.microsoft.com/office/drawing/2014/main" id="{6D52E2C6-A8D8-D53E-DB44-4FAAE208F7D0}"/>
                </a:ext>
              </a:extLst>
            </p:cNvPr>
            <p:cNvSpPr/>
            <p:nvPr/>
          </p:nvSpPr>
          <p:spPr>
            <a:xfrm>
              <a:off x="7716180" y="1436839"/>
              <a:ext cx="1922338" cy="18620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6" name="CuadroTexto 75">
              <a:extLst>
                <a:ext uri="{FF2B5EF4-FFF2-40B4-BE49-F238E27FC236}">
                  <a16:creationId xmlns:a16="http://schemas.microsoft.com/office/drawing/2014/main" id="{9E6A8FDF-A477-4D8A-2A8F-AB7F35877E42}"/>
                </a:ext>
              </a:extLst>
            </p:cNvPr>
            <p:cNvSpPr txBox="1"/>
            <p:nvPr/>
          </p:nvSpPr>
          <p:spPr>
            <a:xfrm>
              <a:off x="7895846" y="1498625"/>
              <a:ext cx="1563005" cy="314243"/>
            </a:xfrm>
            <a:prstGeom prst="rect">
              <a:avLst/>
            </a:prstGeom>
            <a:grpFill/>
          </p:spPr>
          <p:txBody>
            <a:bodyPr vert="horz" wrap="square" lIns="0" tIns="7312" rIns="0" bIns="0" rtlCol="0">
              <a:spAutoFit/>
            </a:bodyPr>
            <a:lstStyle/>
            <a:p>
              <a:pPr marL="7696" algn="ctr">
                <a:spcBef>
                  <a:spcPts val="600"/>
                </a:spcBef>
              </a:pPr>
              <a:r>
                <a:rPr lang="es-ES" sz="1400" b="1" dirty="0" err="1">
                  <a:solidFill>
                    <a:schemeClr val="accent1"/>
                  </a:solidFill>
                  <a:cs typeface="Trebuchet MS"/>
                </a:rPr>
                <a:t>Surrounded</a:t>
              </a:r>
              <a:endParaRPr lang="es-ES" sz="1400" b="1" dirty="0">
                <a:solidFill>
                  <a:schemeClr val="accent1"/>
                </a:solidFill>
                <a:cs typeface="Trebuchet MS"/>
              </a:endParaRPr>
            </a:p>
          </p:txBody>
        </p:sp>
      </p:grpSp>
      <p:grpSp>
        <p:nvGrpSpPr>
          <p:cNvPr id="77" name="Grupo 76">
            <a:extLst>
              <a:ext uri="{FF2B5EF4-FFF2-40B4-BE49-F238E27FC236}">
                <a16:creationId xmlns:a16="http://schemas.microsoft.com/office/drawing/2014/main" id="{6CDAF941-60C4-2FC6-C284-E0ABF3516741}"/>
              </a:ext>
            </a:extLst>
          </p:cNvPr>
          <p:cNvGrpSpPr/>
          <p:nvPr/>
        </p:nvGrpSpPr>
        <p:grpSpPr>
          <a:xfrm>
            <a:off x="9944378" y="4926316"/>
            <a:ext cx="1922338" cy="1320362"/>
            <a:chOff x="7716180" y="1436839"/>
            <a:chExt cx="1922338" cy="1862048"/>
          </a:xfrm>
          <a:solidFill>
            <a:schemeClr val="bg1">
              <a:lumMod val="95000"/>
            </a:schemeClr>
          </a:solidFill>
        </p:grpSpPr>
        <p:sp>
          <p:nvSpPr>
            <p:cNvPr id="78" name="Rectángulo 77">
              <a:extLst>
                <a:ext uri="{FF2B5EF4-FFF2-40B4-BE49-F238E27FC236}">
                  <a16:creationId xmlns:a16="http://schemas.microsoft.com/office/drawing/2014/main" id="{6FE94277-7C78-C96E-E7AB-C56E0409F93E}"/>
                </a:ext>
              </a:extLst>
            </p:cNvPr>
            <p:cNvSpPr/>
            <p:nvPr/>
          </p:nvSpPr>
          <p:spPr>
            <a:xfrm>
              <a:off x="7716180" y="1436839"/>
              <a:ext cx="1922338" cy="18620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9" name="CuadroTexto 78">
              <a:extLst>
                <a:ext uri="{FF2B5EF4-FFF2-40B4-BE49-F238E27FC236}">
                  <a16:creationId xmlns:a16="http://schemas.microsoft.com/office/drawing/2014/main" id="{AED90D4E-200E-FFCA-8543-077838107EB4}"/>
                </a:ext>
              </a:extLst>
            </p:cNvPr>
            <p:cNvSpPr txBox="1"/>
            <p:nvPr/>
          </p:nvSpPr>
          <p:spPr>
            <a:xfrm>
              <a:off x="7910836" y="1471316"/>
              <a:ext cx="1563005" cy="314243"/>
            </a:xfrm>
            <a:prstGeom prst="rect">
              <a:avLst/>
            </a:prstGeom>
            <a:grpFill/>
          </p:spPr>
          <p:txBody>
            <a:bodyPr vert="horz" wrap="square" lIns="0" tIns="7312" rIns="0" bIns="0" rtlCol="0">
              <a:spAutoFit/>
            </a:bodyPr>
            <a:lstStyle/>
            <a:p>
              <a:pPr marL="7696" algn="ctr">
                <a:spcBef>
                  <a:spcPts val="600"/>
                </a:spcBef>
              </a:pPr>
              <a:r>
                <a:rPr lang="es-ES" sz="1400" b="1" dirty="0" err="1">
                  <a:solidFill>
                    <a:schemeClr val="accent1"/>
                  </a:solidFill>
                  <a:cs typeface="Trebuchet MS"/>
                </a:rPr>
                <a:t>Random</a:t>
              </a:r>
              <a:endParaRPr lang="es-ES" sz="1400" b="1" dirty="0">
                <a:solidFill>
                  <a:schemeClr val="accent1"/>
                </a:solidFill>
                <a:cs typeface="Trebuchet MS"/>
              </a:endParaRPr>
            </a:p>
          </p:txBody>
        </p:sp>
      </p:grpSp>
      <p:sp>
        <p:nvSpPr>
          <p:cNvPr id="80" name="object 4">
            <a:extLst>
              <a:ext uri="{FF2B5EF4-FFF2-40B4-BE49-F238E27FC236}">
                <a16:creationId xmlns:a16="http://schemas.microsoft.com/office/drawing/2014/main" id="{FAC6CCCC-F005-2895-4ED9-F4A5A2AE8118}"/>
              </a:ext>
            </a:extLst>
          </p:cNvPr>
          <p:cNvSpPr txBox="1"/>
          <p:nvPr/>
        </p:nvSpPr>
        <p:spPr>
          <a:xfrm>
            <a:off x="359430" y="4081676"/>
            <a:ext cx="4265757" cy="1738938"/>
          </a:xfrm>
          <a:prstGeom prst="rect">
            <a:avLst/>
          </a:prstGeom>
        </p:spPr>
        <p:txBody>
          <a:bodyPr vert="horz" wrap="square" lIns="0" tIns="0" rIns="0" bIns="0" rtlCol="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Leveraging</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thee</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advantages</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of</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Quangtum</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Computing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we</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can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process</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all</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the</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state</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space</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efficiently</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There</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are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different</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ways</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to</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do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this</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a:t>
            </a:r>
            <a:endParaRPr lang="es-ES" sz="1100" dirty="0">
              <a:solidFill>
                <a:srgbClr val="004254"/>
              </a:solidFill>
              <a:latin typeface="ForFuture Sans"/>
            </a:endParaRP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ES" sz="1100" b="0" i="0" u="none" strike="noStrike" kern="1200" cap="none" spc="0" normalizeH="0" baseline="0" noProof="0" dirty="0">
                <a:ln>
                  <a:noFill/>
                </a:ln>
                <a:solidFill>
                  <a:srgbClr val="004254"/>
                </a:solidFill>
                <a:effectLst/>
                <a:uLnTx/>
                <a:uFillTx/>
                <a:latin typeface="ForFuture Sans"/>
                <a:ea typeface="+mn-ea"/>
                <a:cs typeface="+mn-cs"/>
              </a:rPr>
              <a:t>Quantum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Random</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Walks</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a:t>
            </a: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s-ES" sz="1100" dirty="0">
                <a:solidFill>
                  <a:srgbClr val="004254"/>
                </a:solidFill>
                <a:latin typeface="ForFuture Sans"/>
              </a:rPr>
              <a:t>Quantum </a:t>
            </a:r>
            <a:r>
              <a:rPr lang="es-ES" sz="1100" dirty="0" err="1">
                <a:solidFill>
                  <a:srgbClr val="004254"/>
                </a:solidFill>
                <a:latin typeface="ForFuture Sans"/>
              </a:rPr>
              <a:t>Approximate</a:t>
            </a:r>
            <a:r>
              <a:rPr lang="es-ES" sz="1100" dirty="0">
                <a:solidFill>
                  <a:srgbClr val="004254"/>
                </a:solidFill>
                <a:latin typeface="ForFuture Sans"/>
              </a:rPr>
              <a:t> </a:t>
            </a:r>
            <a:r>
              <a:rPr lang="es-ES" sz="1100" dirty="0" err="1">
                <a:solidFill>
                  <a:srgbClr val="004254"/>
                </a:solidFill>
                <a:latin typeface="ForFuture Sans"/>
              </a:rPr>
              <a:t>Optimization</a:t>
            </a:r>
            <a:r>
              <a:rPr lang="es-ES" sz="1100" dirty="0">
                <a:solidFill>
                  <a:srgbClr val="004254"/>
                </a:solidFill>
                <a:latin typeface="ForFuture Sans"/>
              </a:rPr>
              <a:t> </a:t>
            </a:r>
            <a:r>
              <a:rPr lang="es-ES" sz="1100" dirty="0" err="1">
                <a:solidFill>
                  <a:srgbClr val="004254"/>
                </a:solidFill>
                <a:latin typeface="ForFuture Sans"/>
              </a:rPr>
              <a:t>Algorithm</a:t>
            </a:r>
            <a:r>
              <a:rPr lang="es-ES" sz="1100" dirty="0">
                <a:solidFill>
                  <a:srgbClr val="004254"/>
                </a:solidFill>
                <a:latin typeface="ForFuture Sans"/>
              </a:rPr>
              <a:t>.</a:t>
            </a: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Mapping</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to</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physics</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system</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lang="es-ES" sz="1100" dirty="0">
                <a:solidFill>
                  <a:srgbClr val="004254"/>
                </a:solidFill>
                <a:latin typeface="ForFuture Sans"/>
              </a:rPr>
              <a:t>and </a:t>
            </a:r>
            <a:r>
              <a:rPr lang="es-ES" sz="1100" dirty="0" err="1">
                <a:solidFill>
                  <a:srgbClr val="004254"/>
                </a:solidFill>
                <a:latin typeface="ForFuture Sans"/>
              </a:rPr>
              <a:t>its</a:t>
            </a:r>
            <a:r>
              <a:rPr lang="es-ES" sz="1100" dirty="0">
                <a:solidFill>
                  <a:srgbClr val="004254"/>
                </a:solidFill>
                <a:latin typeface="ForFuture Sans"/>
              </a:rPr>
              <a:t> </a:t>
            </a:r>
            <a:r>
              <a:rPr lang="es-ES" sz="1100" dirty="0" err="1">
                <a:solidFill>
                  <a:srgbClr val="004254"/>
                </a:solidFill>
                <a:latin typeface="ForFuture Sans"/>
              </a:rPr>
              <a:t>simulation</a:t>
            </a:r>
            <a:r>
              <a:rPr lang="es-ES" sz="1100" dirty="0">
                <a:solidFill>
                  <a:srgbClr val="004254"/>
                </a:solidFill>
                <a:latin typeface="ForFuture Sans"/>
              </a:rPr>
              <a:t>.</a:t>
            </a: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ES" sz="1100" b="0" i="0" u="none" strike="noStrike" kern="1200" cap="none" spc="0" normalizeH="0" baseline="0" noProof="0" dirty="0">
                <a:ln>
                  <a:noFill/>
                </a:ln>
                <a:solidFill>
                  <a:srgbClr val="004254"/>
                </a:solidFill>
                <a:effectLst/>
                <a:uLnTx/>
                <a:uFillTx/>
                <a:latin typeface="ForFuture Sans"/>
                <a:ea typeface="+mn-ea"/>
                <a:cs typeface="+mn-cs"/>
              </a:rPr>
              <a:t>Quantum Machine Learning –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based</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solutions</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a:t>
            </a: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s-ES" sz="1100" dirty="0">
                <a:solidFill>
                  <a:srgbClr val="004254"/>
                </a:solidFill>
                <a:latin typeface="ForFuture Sans"/>
              </a:rPr>
              <a:t>…</a:t>
            </a:r>
            <a:endParaRPr kumimoji="0" lang="es-ES" sz="1100" b="0" i="0" u="none" strike="noStrike" kern="1200" cap="none" spc="0" normalizeH="0" baseline="0" noProof="0" dirty="0">
              <a:ln>
                <a:noFill/>
              </a:ln>
              <a:solidFill>
                <a:srgbClr val="004254"/>
              </a:solidFill>
              <a:effectLst/>
              <a:uLnTx/>
              <a:uFillTx/>
              <a:latin typeface="ForFuture Sans"/>
              <a:ea typeface="+mn-ea"/>
              <a:cs typeface="+mn-cs"/>
            </a:endParaRPr>
          </a:p>
        </p:txBody>
      </p:sp>
      <p:pic>
        <p:nvPicPr>
          <p:cNvPr id="7" name="Gráfico 6">
            <a:extLst>
              <a:ext uri="{FF2B5EF4-FFF2-40B4-BE49-F238E27FC236}">
                <a16:creationId xmlns:a16="http://schemas.microsoft.com/office/drawing/2014/main" id="{3F0A97B8-F757-2CD4-154B-B2385067E8F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601263" y="458115"/>
            <a:ext cx="857250" cy="1143000"/>
          </a:xfrm>
          <a:prstGeom prst="rect">
            <a:avLst/>
          </a:prstGeom>
        </p:spPr>
      </p:pic>
      <p:pic>
        <p:nvPicPr>
          <p:cNvPr id="14" name="Gráfico 13">
            <a:extLst>
              <a:ext uri="{FF2B5EF4-FFF2-40B4-BE49-F238E27FC236}">
                <a16:creationId xmlns:a16="http://schemas.microsoft.com/office/drawing/2014/main" id="{3F6907AC-FD85-2409-AA3C-F3A577E1745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312141" y="449807"/>
            <a:ext cx="857250" cy="1143000"/>
          </a:xfrm>
          <a:prstGeom prst="rect">
            <a:avLst/>
          </a:prstGeom>
        </p:spPr>
      </p:pic>
      <p:pic>
        <p:nvPicPr>
          <p:cNvPr id="13" name="Imagen 12" descr="Gráfico, Gráfico de dispersión, Gráfico de burbujas&#10;&#10;El contenido generado por IA puede ser incorrecto.">
            <a:extLst>
              <a:ext uri="{FF2B5EF4-FFF2-40B4-BE49-F238E27FC236}">
                <a16:creationId xmlns:a16="http://schemas.microsoft.com/office/drawing/2014/main" id="{6249E6B2-6C9C-0F9A-7743-B6D395001B91}"/>
              </a:ext>
            </a:extLst>
          </p:cNvPr>
          <p:cNvPicPr>
            <a:picLocks noChangeAspect="1"/>
          </p:cNvPicPr>
          <p:nvPr/>
        </p:nvPicPr>
        <p:blipFill>
          <a:blip r:embed="rId17" cstate="screen">
            <a:extLst>
              <a:ext uri="{28A0092B-C50C-407E-A947-70E740481C1C}">
                <a14:useLocalDpi xmlns:a14="http://schemas.microsoft.com/office/drawing/2010/main" val="0"/>
              </a:ext>
            </a:extLst>
          </a:blip>
          <a:stretch>
            <a:fillRect/>
          </a:stretch>
        </p:blipFill>
        <p:spPr>
          <a:xfrm>
            <a:off x="6096000" y="5232799"/>
            <a:ext cx="1061717" cy="990377"/>
          </a:xfrm>
          <a:prstGeom prst="rect">
            <a:avLst/>
          </a:prstGeom>
        </p:spPr>
      </p:pic>
      <p:pic>
        <p:nvPicPr>
          <p:cNvPr id="1026" name="Picture 2">
            <a:extLst>
              <a:ext uri="{FF2B5EF4-FFF2-40B4-BE49-F238E27FC236}">
                <a16:creationId xmlns:a16="http://schemas.microsoft.com/office/drawing/2014/main" id="{C2407AC9-D0B5-AE10-AA23-EC9154925473}"/>
              </a:ext>
            </a:extLst>
          </p:cNvPr>
          <p:cNvPicPr>
            <a:picLocks noChangeAspect="1" noChangeArrowheads="1"/>
          </p:cNvPicPr>
          <p:nvPr/>
        </p:nvPicPr>
        <p:blipFill>
          <a:blip r:embed="rId18" cstate="screen">
            <a:extLst>
              <a:ext uri="{28A0092B-C50C-407E-A947-70E740481C1C}">
                <a14:useLocalDpi xmlns:a14="http://schemas.microsoft.com/office/drawing/2010/main" val="0"/>
              </a:ext>
            </a:extLst>
          </a:blip>
          <a:srcRect/>
          <a:stretch>
            <a:fillRect/>
          </a:stretch>
        </p:blipFill>
        <p:spPr bwMode="auto">
          <a:xfrm>
            <a:off x="8200325" y="5174458"/>
            <a:ext cx="1035718" cy="103571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ABD4AAA-D6F6-26B0-E5F3-91B06D5E3F60}"/>
              </a:ext>
            </a:extLst>
          </p:cNvPr>
          <p:cNvPicPr>
            <a:picLocks noChangeAspect="1" noChangeArrowheads="1"/>
          </p:cNvPicPr>
          <p:nvPr/>
        </p:nvPicPr>
        <p:blipFill>
          <a:blip r:embed="rId19" cstate="screen">
            <a:extLst>
              <a:ext uri="{28A0092B-C50C-407E-A947-70E740481C1C}">
                <a14:useLocalDpi xmlns:a14="http://schemas.microsoft.com/office/drawing/2010/main" val="0"/>
              </a:ext>
            </a:extLst>
          </a:blip>
          <a:srcRect/>
          <a:stretch>
            <a:fillRect/>
          </a:stretch>
        </p:blipFill>
        <p:spPr bwMode="auto">
          <a:xfrm>
            <a:off x="10399196" y="5185966"/>
            <a:ext cx="1012702" cy="10127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7398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F79D9-4D3F-68D2-2923-BEEE86BDF1A7}"/>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9A94CF87-B156-3D02-895E-68CE4BF55B34}"/>
              </a:ext>
            </a:extLst>
          </p:cNvPr>
          <p:cNvSpPr>
            <a:spLocks noGrp="1"/>
          </p:cNvSpPr>
          <p:nvPr>
            <p:ph type="title"/>
          </p:nvPr>
        </p:nvSpPr>
        <p:spPr>
          <a:xfrm>
            <a:off x="335360" y="549276"/>
            <a:ext cx="5035130" cy="873124"/>
          </a:xfrm>
        </p:spPr>
        <p:txBody>
          <a:bodyPr/>
          <a:lstStyle/>
          <a:p>
            <a:r>
              <a:rPr lang="es-ES" dirty="0" err="1"/>
              <a:t>The</a:t>
            </a:r>
            <a:r>
              <a:rPr lang="es-ES" dirty="0"/>
              <a:t> </a:t>
            </a:r>
            <a:r>
              <a:rPr lang="es-ES" dirty="0" err="1"/>
              <a:t>challenge</a:t>
            </a:r>
            <a:r>
              <a:rPr lang="es-ES" dirty="0"/>
              <a:t>:</a:t>
            </a:r>
            <a:br>
              <a:rPr lang="es-ES" dirty="0"/>
            </a:br>
            <a:r>
              <a:rPr lang="es-ES" sz="2400" dirty="0" err="1">
                <a:solidFill>
                  <a:schemeClr val="accent1"/>
                </a:solidFill>
              </a:rPr>
              <a:t>Simulation</a:t>
            </a:r>
            <a:r>
              <a:rPr lang="es-ES" sz="2400" dirty="0">
                <a:solidFill>
                  <a:schemeClr val="accent1"/>
                </a:solidFill>
              </a:rPr>
              <a:t> </a:t>
            </a:r>
            <a:r>
              <a:rPr lang="es-ES" sz="2400" dirty="0" err="1">
                <a:solidFill>
                  <a:schemeClr val="accent1"/>
                </a:solidFill>
              </a:rPr>
              <a:t>workflow</a:t>
            </a:r>
            <a:endParaRPr lang="es-ES" dirty="0">
              <a:solidFill>
                <a:schemeClr val="accent1"/>
              </a:solidFill>
            </a:endParaRPr>
          </a:p>
        </p:txBody>
      </p:sp>
      <p:sp>
        <p:nvSpPr>
          <p:cNvPr id="11" name="Marcador de pie de página 10">
            <a:extLst>
              <a:ext uri="{FF2B5EF4-FFF2-40B4-BE49-F238E27FC236}">
                <a16:creationId xmlns:a16="http://schemas.microsoft.com/office/drawing/2014/main" id="{8BE758D8-A8CB-F7BD-5005-27F11DD2069B}"/>
              </a:ext>
            </a:extLst>
          </p:cNvPr>
          <p:cNvSpPr>
            <a:spLocks noGrp="1"/>
          </p:cNvSpPr>
          <p:nvPr>
            <p:ph type="ftr"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srgbClr val="004254"/>
                </a:solidFill>
                <a:effectLst/>
                <a:uLnTx/>
                <a:uFillTx/>
                <a:latin typeface="ForFuture Sans"/>
                <a:ea typeface="+mn-ea"/>
                <a:cs typeface="+mn-cs"/>
              </a:rPr>
              <a:t>INDRA • Quantum Hack • 13/12/2025</a:t>
            </a:r>
            <a:endParaRPr kumimoji="0" lang="es-ES" sz="800" b="0" i="0" u="none" strike="noStrike" kern="1200" cap="none" spc="0" normalizeH="0" baseline="0" noProof="0" dirty="0">
              <a:ln>
                <a:noFill/>
              </a:ln>
              <a:solidFill>
                <a:srgbClr val="004254"/>
              </a:solidFill>
              <a:effectLst/>
              <a:uLnTx/>
              <a:uFillTx/>
              <a:latin typeface="ForFuture Sans"/>
              <a:ea typeface="+mn-ea"/>
              <a:cs typeface="+mn-cs"/>
            </a:endParaRPr>
          </a:p>
        </p:txBody>
      </p:sp>
      <p:sp>
        <p:nvSpPr>
          <p:cNvPr id="3" name="Rectangle 102">
            <a:extLst>
              <a:ext uri="{FF2B5EF4-FFF2-40B4-BE49-F238E27FC236}">
                <a16:creationId xmlns:a16="http://schemas.microsoft.com/office/drawing/2014/main" id="{69201929-6392-869D-71DC-F028620A85C2}"/>
              </a:ext>
            </a:extLst>
          </p:cNvPr>
          <p:cNvSpPr/>
          <p:nvPr/>
        </p:nvSpPr>
        <p:spPr>
          <a:xfrm>
            <a:off x="695400" y="1628800"/>
            <a:ext cx="2142190" cy="475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b="1" dirty="0">
                <a:solidFill>
                  <a:schemeClr val="tx1"/>
                </a:solidFill>
              </a:rPr>
              <a:t>Step 0: </a:t>
            </a:r>
            <a:r>
              <a:rPr lang="es-ES" sz="1200" b="1" dirty="0" err="1">
                <a:solidFill>
                  <a:schemeClr val="tx1"/>
                </a:solidFill>
              </a:rPr>
              <a:t>Preparation</a:t>
            </a:r>
            <a:endParaRPr lang="es-ES" sz="1200" b="1" dirty="0">
              <a:solidFill>
                <a:schemeClr val="tx1"/>
              </a:solidFill>
            </a:endParaRPr>
          </a:p>
        </p:txBody>
      </p:sp>
      <p:sp>
        <p:nvSpPr>
          <p:cNvPr id="4" name="Rectangle 102">
            <a:extLst>
              <a:ext uri="{FF2B5EF4-FFF2-40B4-BE49-F238E27FC236}">
                <a16:creationId xmlns:a16="http://schemas.microsoft.com/office/drawing/2014/main" id="{91394A49-B127-CE3A-41C6-90791F6AB879}"/>
              </a:ext>
            </a:extLst>
          </p:cNvPr>
          <p:cNvSpPr/>
          <p:nvPr/>
        </p:nvSpPr>
        <p:spPr>
          <a:xfrm>
            <a:off x="3071663" y="1632522"/>
            <a:ext cx="3600399" cy="475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b="1" dirty="0">
                <a:solidFill>
                  <a:schemeClr val="tx1"/>
                </a:solidFill>
              </a:rPr>
              <a:t>Step 1: Quantum </a:t>
            </a:r>
            <a:r>
              <a:rPr lang="es-ES" sz="1200" b="1" dirty="0" err="1">
                <a:solidFill>
                  <a:schemeClr val="tx1"/>
                </a:solidFill>
              </a:rPr>
              <a:t>team</a:t>
            </a:r>
            <a:r>
              <a:rPr lang="es-ES" sz="1200" b="1" dirty="0">
                <a:solidFill>
                  <a:schemeClr val="tx1"/>
                </a:solidFill>
              </a:rPr>
              <a:t> </a:t>
            </a:r>
            <a:r>
              <a:rPr lang="es-ES" sz="1200" b="1" dirty="0" err="1">
                <a:solidFill>
                  <a:schemeClr val="tx1"/>
                </a:solidFill>
              </a:rPr>
              <a:t>turn</a:t>
            </a:r>
            <a:endParaRPr lang="es-ES" sz="1200" b="1" dirty="0">
              <a:solidFill>
                <a:schemeClr val="tx1"/>
              </a:solidFill>
            </a:endParaRPr>
          </a:p>
        </p:txBody>
      </p:sp>
      <p:sp>
        <p:nvSpPr>
          <p:cNvPr id="6" name="Rectangle 102">
            <a:extLst>
              <a:ext uri="{FF2B5EF4-FFF2-40B4-BE49-F238E27FC236}">
                <a16:creationId xmlns:a16="http://schemas.microsoft.com/office/drawing/2014/main" id="{43BB75D8-9BB8-3B4A-1594-A0115A3788C3}"/>
              </a:ext>
            </a:extLst>
          </p:cNvPr>
          <p:cNvSpPr/>
          <p:nvPr/>
        </p:nvSpPr>
        <p:spPr>
          <a:xfrm>
            <a:off x="6921355" y="1628800"/>
            <a:ext cx="2142190" cy="475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b="1" dirty="0">
                <a:solidFill>
                  <a:schemeClr val="tx1"/>
                </a:solidFill>
              </a:rPr>
              <a:t>Step 2: </a:t>
            </a:r>
            <a:r>
              <a:rPr lang="es-ES" sz="1200" b="1" dirty="0" err="1">
                <a:solidFill>
                  <a:schemeClr val="tx1"/>
                </a:solidFill>
              </a:rPr>
              <a:t>Classical</a:t>
            </a:r>
            <a:r>
              <a:rPr lang="es-ES" sz="1200" b="1" dirty="0">
                <a:solidFill>
                  <a:schemeClr val="tx1"/>
                </a:solidFill>
              </a:rPr>
              <a:t> </a:t>
            </a:r>
            <a:r>
              <a:rPr lang="es-ES" sz="1200" b="1" dirty="0" err="1">
                <a:solidFill>
                  <a:schemeClr val="tx1"/>
                </a:solidFill>
              </a:rPr>
              <a:t>team</a:t>
            </a:r>
            <a:r>
              <a:rPr lang="es-ES" sz="1200" b="1" dirty="0">
                <a:solidFill>
                  <a:schemeClr val="tx1"/>
                </a:solidFill>
              </a:rPr>
              <a:t> </a:t>
            </a:r>
            <a:r>
              <a:rPr lang="es-ES" sz="1200" b="1" dirty="0" err="1">
                <a:solidFill>
                  <a:schemeClr val="tx1"/>
                </a:solidFill>
              </a:rPr>
              <a:t>turn</a:t>
            </a:r>
            <a:endParaRPr lang="es-ES" sz="1200" b="1" dirty="0">
              <a:solidFill>
                <a:schemeClr val="tx1"/>
              </a:solidFill>
            </a:endParaRPr>
          </a:p>
        </p:txBody>
      </p:sp>
      <p:sp>
        <p:nvSpPr>
          <p:cNvPr id="7" name="Rectangle 102">
            <a:extLst>
              <a:ext uri="{FF2B5EF4-FFF2-40B4-BE49-F238E27FC236}">
                <a16:creationId xmlns:a16="http://schemas.microsoft.com/office/drawing/2014/main" id="{7C69E85A-D9E7-C9C5-3744-67FB76D5C750}"/>
              </a:ext>
            </a:extLst>
          </p:cNvPr>
          <p:cNvSpPr/>
          <p:nvPr/>
        </p:nvSpPr>
        <p:spPr>
          <a:xfrm>
            <a:off x="9330354" y="1628800"/>
            <a:ext cx="2142190" cy="4753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b="1" dirty="0">
                <a:solidFill>
                  <a:schemeClr val="tx1"/>
                </a:solidFill>
              </a:rPr>
              <a:t>Step 3: Round </a:t>
            </a:r>
            <a:r>
              <a:rPr lang="es-ES" sz="1200" b="1" dirty="0" err="1">
                <a:solidFill>
                  <a:schemeClr val="tx1"/>
                </a:solidFill>
              </a:rPr>
              <a:t>check</a:t>
            </a:r>
            <a:endParaRPr lang="es-ES" sz="1200" b="1" dirty="0">
              <a:solidFill>
                <a:schemeClr val="tx1"/>
              </a:solidFill>
            </a:endParaRPr>
          </a:p>
        </p:txBody>
      </p:sp>
      <p:sp>
        <p:nvSpPr>
          <p:cNvPr id="2" name="Rectángulo 1">
            <a:extLst>
              <a:ext uri="{FF2B5EF4-FFF2-40B4-BE49-F238E27FC236}">
                <a16:creationId xmlns:a16="http://schemas.microsoft.com/office/drawing/2014/main" id="{91F995DE-F2A2-2016-903B-D0688546AD4C}"/>
              </a:ext>
            </a:extLst>
          </p:cNvPr>
          <p:cNvSpPr/>
          <p:nvPr/>
        </p:nvSpPr>
        <p:spPr>
          <a:xfrm>
            <a:off x="695400" y="2132856"/>
            <a:ext cx="2142190" cy="23042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s-ES" sz="1200" dirty="0" err="1">
                <a:solidFill>
                  <a:schemeClr val="tx1"/>
                </a:solidFill>
              </a:rPr>
              <a:t>Choose</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number</a:t>
            </a:r>
            <a:r>
              <a:rPr lang="es-ES" sz="1200" dirty="0">
                <a:solidFill>
                  <a:schemeClr val="tx1"/>
                </a:solidFill>
              </a:rPr>
              <a:t> and roles </a:t>
            </a:r>
            <a:r>
              <a:rPr lang="es-ES" sz="1200" dirty="0" err="1">
                <a:solidFill>
                  <a:schemeClr val="tx1"/>
                </a:solidFill>
              </a:rPr>
              <a:t>of</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units</a:t>
            </a:r>
            <a:r>
              <a:rPr lang="es-ES" sz="1200" dirty="0">
                <a:solidFill>
                  <a:schemeClr val="tx1"/>
                </a:solidFill>
              </a:rPr>
              <a:t>.</a:t>
            </a:r>
          </a:p>
          <a:p>
            <a:pPr algn="ctr"/>
            <a:endParaRPr lang="es-ES" sz="1200" dirty="0">
              <a:solidFill>
                <a:schemeClr val="tx1"/>
              </a:solidFill>
            </a:endParaRPr>
          </a:p>
          <a:p>
            <a:pPr marL="171450" indent="-171450">
              <a:buFont typeface="Arial" panose="020B0604020202020204" pitchFamily="34" charset="0"/>
              <a:buChar char="•"/>
            </a:pPr>
            <a:r>
              <a:rPr lang="es-ES" sz="1200" dirty="0">
                <a:solidFill>
                  <a:schemeClr val="tx1"/>
                </a:solidFill>
              </a:rPr>
              <a:t>Determine </a:t>
            </a:r>
            <a:r>
              <a:rPr lang="es-ES" sz="1200" dirty="0" err="1">
                <a:solidFill>
                  <a:schemeClr val="tx1"/>
                </a:solidFill>
              </a:rPr>
              <a:t>the</a:t>
            </a:r>
            <a:r>
              <a:rPr lang="es-ES" sz="1200" dirty="0">
                <a:solidFill>
                  <a:schemeClr val="tx1"/>
                </a:solidFill>
              </a:rPr>
              <a:t> </a:t>
            </a:r>
            <a:r>
              <a:rPr lang="es-ES" sz="1200" dirty="0" err="1">
                <a:solidFill>
                  <a:schemeClr val="tx1"/>
                </a:solidFill>
              </a:rPr>
              <a:t>initial</a:t>
            </a:r>
            <a:r>
              <a:rPr lang="es-ES" sz="1200" dirty="0">
                <a:solidFill>
                  <a:schemeClr val="tx1"/>
                </a:solidFill>
              </a:rPr>
              <a:t> position </a:t>
            </a:r>
            <a:r>
              <a:rPr lang="es-ES" sz="1200" dirty="0" err="1">
                <a:solidFill>
                  <a:schemeClr val="tx1"/>
                </a:solidFill>
              </a:rPr>
              <a:t>of</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teams</a:t>
            </a:r>
            <a:r>
              <a:rPr lang="es-ES" sz="1200" dirty="0">
                <a:solidFill>
                  <a:schemeClr val="tx1"/>
                </a:solidFill>
              </a:rPr>
              <a:t> (</a:t>
            </a:r>
            <a:r>
              <a:rPr lang="es-ES" sz="1200" dirty="0" err="1">
                <a:solidFill>
                  <a:schemeClr val="tx1"/>
                </a:solidFill>
              </a:rPr>
              <a:t>fronting</a:t>
            </a:r>
            <a:r>
              <a:rPr lang="es-ES" sz="1200" dirty="0">
                <a:solidFill>
                  <a:schemeClr val="tx1"/>
                </a:solidFill>
              </a:rPr>
              <a:t>, </a:t>
            </a:r>
            <a:r>
              <a:rPr lang="es-ES" sz="1200" dirty="0" err="1">
                <a:solidFill>
                  <a:schemeClr val="tx1"/>
                </a:solidFill>
              </a:rPr>
              <a:t>surrounded</a:t>
            </a:r>
            <a:r>
              <a:rPr lang="es-ES" sz="1200" dirty="0">
                <a:solidFill>
                  <a:schemeClr val="tx1"/>
                </a:solidFill>
              </a:rPr>
              <a:t>…).</a:t>
            </a:r>
          </a:p>
          <a:p>
            <a:pPr marL="171450" indent="-171450">
              <a:buFont typeface="Arial" panose="020B0604020202020204" pitchFamily="34" charset="0"/>
              <a:buChar char="•"/>
            </a:pPr>
            <a:endParaRPr lang="es-ES" sz="1200" dirty="0">
              <a:solidFill>
                <a:schemeClr val="tx1"/>
              </a:solidFill>
            </a:endParaRPr>
          </a:p>
          <a:p>
            <a:pPr marL="171450" indent="-171450">
              <a:buFont typeface="Arial" panose="020B0604020202020204" pitchFamily="34" charset="0"/>
              <a:buChar char="•"/>
            </a:pPr>
            <a:r>
              <a:rPr lang="es-ES" sz="1200" dirty="0" err="1">
                <a:solidFill>
                  <a:schemeClr val="tx1"/>
                </a:solidFill>
              </a:rPr>
              <a:t>Choose</a:t>
            </a:r>
            <a:r>
              <a:rPr lang="es-ES" sz="1200" dirty="0">
                <a:solidFill>
                  <a:schemeClr val="tx1"/>
                </a:solidFill>
              </a:rPr>
              <a:t> </a:t>
            </a:r>
            <a:r>
              <a:rPr lang="es-ES" sz="1200" dirty="0" err="1">
                <a:solidFill>
                  <a:schemeClr val="tx1"/>
                </a:solidFill>
              </a:rPr>
              <a:t>the</a:t>
            </a:r>
            <a:r>
              <a:rPr lang="es-ES" sz="1200" dirty="0">
                <a:solidFill>
                  <a:schemeClr val="tx1"/>
                </a:solidFill>
              </a:rPr>
              <a:t> quantum </a:t>
            </a:r>
            <a:r>
              <a:rPr lang="es-ES" sz="1200" dirty="0" err="1">
                <a:solidFill>
                  <a:schemeClr val="tx1"/>
                </a:solidFill>
              </a:rPr>
              <a:t>parameters</a:t>
            </a:r>
            <a:r>
              <a:rPr lang="es-ES" sz="1200" dirty="0">
                <a:solidFill>
                  <a:schemeClr val="tx1"/>
                </a:solidFill>
              </a:rPr>
              <a:t> </a:t>
            </a:r>
            <a:r>
              <a:rPr lang="es-ES" sz="1200" dirty="0" err="1">
                <a:solidFill>
                  <a:schemeClr val="tx1"/>
                </a:solidFill>
              </a:rPr>
              <a:t>for</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simulation</a:t>
            </a:r>
            <a:r>
              <a:rPr lang="es-ES" sz="1200" dirty="0">
                <a:solidFill>
                  <a:schemeClr val="tx1"/>
                </a:solidFill>
              </a:rPr>
              <a:t>.</a:t>
            </a:r>
          </a:p>
        </p:txBody>
      </p:sp>
      <p:sp>
        <p:nvSpPr>
          <p:cNvPr id="8" name="Rectángulo 7">
            <a:extLst>
              <a:ext uri="{FF2B5EF4-FFF2-40B4-BE49-F238E27FC236}">
                <a16:creationId xmlns:a16="http://schemas.microsoft.com/office/drawing/2014/main" id="{3B54A2BD-B9DF-54CF-3032-E011E8B77179}"/>
              </a:ext>
            </a:extLst>
          </p:cNvPr>
          <p:cNvSpPr/>
          <p:nvPr/>
        </p:nvSpPr>
        <p:spPr>
          <a:xfrm>
            <a:off x="3071664" y="2132856"/>
            <a:ext cx="1782000" cy="2304256"/>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s-ES" sz="1200" dirty="0">
                <a:solidFill>
                  <a:schemeClr val="tx1"/>
                </a:solidFill>
              </a:rPr>
              <a:t>Quantum </a:t>
            </a:r>
            <a:r>
              <a:rPr lang="es-ES" sz="1200" dirty="0" err="1">
                <a:solidFill>
                  <a:schemeClr val="tx1"/>
                </a:solidFill>
              </a:rPr>
              <a:t>algorithm</a:t>
            </a:r>
            <a:r>
              <a:rPr lang="es-ES" sz="1200" dirty="0">
                <a:solidFill>
                  <a:schemeClr val="tx1"/>
                </a:solidFill>
              </a:rPr>
              <a:t> </a:t>
            </a:r>
            <a:r>
              <a:rPr lang="es-ES" sz="1200" dirty="0" err="1">
                <a:solidFill>
                  <a:schemeClr val="tx1"/>
                </a:solidFill>
              </a:rPr>
              <a:t>execution</a:t>
            </a:r>
            <a:r>
              <a:rPr lang="es-ES" sz="1200" dirty="0">
                <a:solidFill>
                  <a:schemeClr val="tx1"/>
                </a:solidFill>
              </a:rPr>
              <a:t> </a:t>
            </a:r>
            <a:r>
              <a:rPr lang="es-ES" sz="1200" dirty="0" err="1">
                <a:solidFill>
                  <a:schemeClr val="tx1"/>
                </a:solidFill>
              </a:rPr>
              <a:t>to</a:t>
            </a:r>
            <a:r>
              <a:rPr lang="es-ES" sz="1200" dirty="0">
                <a:solidFill>
                  <a:schemeClr val="tx1"/>
                </a:solidFill>
              </a:rPr>
              <a:t> determine </a:t>
            </a:r>
            <a:r>
              <a:rPr lang="es-ES" sz="1200" dirty="0" err="1">
                <a:solidFill>
                  <a:schemeClr val="tx1"/>
                </a:solidFill>
              </a:rPr>
              <a:t>each</a:t>
            </a:r>
            <a:r>
              <a:rPr lang="es-ES" sz="1200" dirty="0">
                <a:solidFill>
                  <a:schemeClr val="tx1"/>
                </a:solidFill>
              </a:rPr>
              <a:t> </a:t>
            </a:r>
            <a:r>
              <a:rPr lang="es-ES" sz="1200" dirty="0" err="1">
                <a:solidFill>
                  <a:schemeClr val="tx1"/>
                </a:solidFill>
              </a:rPr>
              <a:t>of</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unit’s</a:t>
            </a:r>
            <a:r>
              <a:rPr lang="es-ES" sz="1200" dirty="0">
                <a:solidFill>
                  <a:schemeClr val="tx1"/>
                </a:solidFill>
              </a:rPr>
              <a:t> new positions </a:t>
            </a:r>
            <a:r>
              <a:rPr lang="es-ES" sz="1200" dirty="0" err="1">
                <a:solidFill>
                  <a:schemeClr val="tx1"/>
                </a:solidFill>
              </a:rPr>
              <a:t>depending</a:t>
            </a:r>
            <a:r>
              <a:rPr lang="es-ES" sz="1200" dirty="0">
                <a:solidFill>
                  <a:schemeClr val="tx1"/>
                </a:solidFill>
              </a:rPr>
              <a:t> </a:t>
            </a:r>
            <a:r>
              <a:rPr lang="es-ES" sz="1200" dirty="0" err="1">
                <a:solidFill>
                  <a:schemeClr val="tx1"/>
                </a:solidFill>
              </a:rPr>
              <a:t>on</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map</a:t>
            </a:r>
            <a:r>
              <a:rPr lang="es-ES" sz="1200" dirty="0">
                <a:solidFill>
                  <a:schemeClr val="tx1"/>
                </a:solidFill>
              </a:rPr>
              <a:t>.</a:t>
            </a:r>
          </a:p>
          <a:p>
            <a:pPr algn="ctr"/>
            <a:endParaRPr lang="es-ES" sz="1200" dirty="0">
              <a:solidFill>
                <a:schemeClr val="tx1"/>
              </a:solidFill>
            </a:endParaRPr>
          </a:p>
        </p:txBody>
      </p:sp>
      <p:sp>
        <p:nvSpPr>
          <p:cNvPr id="9" name="Rectángulo 8">
            <a:extLst>
              <a:ext uri="{FF2B5EF4-FFF2-40B4-BE49-F238E27FC236}">
                <a16:creationId xmlns:a16="http://schemas.microsoft.com/office/drawing/2014/main" id="{013BE6A2-C747-0A02-91CE-A40B25FA8C4F}"/>
              </a:ext>
            </a:extLst>
          </p:cNvPr>
          <p:cNvSpPr/>
          <p:nvPr/>
        </p:nvSpPr>
        <p:spPr>
          <a:xfrm>
            <a:off x="4871864" y="2132856"/>
            <a:ext cx="1800198" cy="23042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s-ES" sz="1200" dirty="0" err="1">
                <a:solidFill>
                  <a:schemeClr val="tx1"/>
                </a:solidFill>
              </a:rPr>
              <a:t>Updating</a:t>
            </a:r>
            <a:r>
              <a:rPr lang="es-ES" sz="1200" dirty="0">
                <a:solidFill>
                  <a:schemeClr val="tx1"/>
                </a:solidFill>
              </a:rPr>
              <a:t> </a:t>
            </a:r>
            <a:r>
              <a:rPr lang="es-ES" sz="1200" dirty="0" err="1">
                <a:solidFill>
                  <a:schemeClr val="tx1"/>
                </a:solidFill>
              </a:rPr>
              <a:t>of</a:t>
            </a:r>
            <a:r>
              <a:rPr lang="es-ES" sz="1200" dirty="0">
                <a:solidFill>
                  <a:schemeClr val="tx1"/>
                </a:solidFill>
              </a:rPr>
              <a:t> </a:t>
            </a:r>
            <a:r>
              <a:rPr lang="es-ES" sz="1200" dirty="0" err="1">
                <a:solidFill>
                  <a:schemeClr val="tx1"/>
                </a:solidFill>
              </a:rPr>
              <a:t>the</a:t>
            </a:r>
            <a:r>
              <a:rPr lang="es-ES" sz="1200" dirty="0">
                <a:solidFill>
                  <a:schemeClr val="tx1"/>
                </a:solidFill>
              </a:rPr>
              <a:t> positions and </a:t>
            </a:r>
            <a:r>
              <a:rPr lang="es-ES" sz="1200" dirty="0" err="1">
                <a:solidFill>
                  <a:schemeClr val="tx1"/>
                </a:solidFill>
              </a:rPr>
              <a:t>attack</a:t>
            </a:r>
            <a:r>
              <a:rPr lang="es-ES" sz="1200" dirty="0">
                <a:solidFill>
                  <a:schemeClr val="tx1"/>
                </a:solidFill>
              </a:rPr>
              <a:t> </a:t>
            </a:r>
            <a:r>
              <a:rPr lang="es-ES" sz="1200" dirty="0" err="1">
                <a:solidFill>
                  <a:schemeClr val="tx1"/>
                </a:solidFill>
              </a:rPr>
              <a:t>of</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units</a:t>
            </a:r>
            <a:r>
              <a:rPr lang="es-ES" sz="1200" dirty="0">
                <a:solidFill>
                  <a:schemeClr val="tx1"/>
                </a:solidFill>
              </a:rPr>
              <a:t> in </a:t>
            </a:r>
            <a:r>
              <a:rPr lang="es-ES" sz="1200" dirty="0" err="1">
                <a:solidFill>
                  <a:schemeClr val="tx1"/>
                </a:solidFill>
              </a:rPr>
              <a:t>the</a:t>
            </a:r>
            <a:r>
              <a:rPr lang="es-ES" sz="1200" dirty="0">
                <a:solidFill>
                  <a:schemeClr val="tx1"/>
                </a:solidFill>
              </a:rPr>
              <a:t> </a:t>
            </a:r>
            <a:r>
              <a:rPr lang="es-ES" sz="1200" dirty="0" err="1">
                <a:solidFill>
                  <a:schemeClr val="tx1"/>
                </a:solidFill>
              </a:rPr>
              <a:t>classical</a:t>
            </a:r>
            <a:r>
              <a:rPr lang="es-ES" sz="1200" dirty="0">
                <a:solidFill>
                  <a:schemeClr val="tx1"/>
                </a:solidFill>
              </a:rPr>
              <a:t> </a:t>
            </a:r>
            <a:r>
              <a:rPr lang="es-ES" sz="1200" dirty="0" err="1">
                <a:solidFill>
                  <a:schemeClr val="tx1"/>
                </a:solidFill>
              </a:rPr>
              <a:t>team</a:t>
            </a:r>
            <a:r>
              <a:rPr lang="es-ES" sz="1200" dirty="0">
                <a:solidFill>
                  <a:schemeClr val="tx1"/>
                </a:solidFill>
              </a:rPr>
              <a:t> </a:t>
            </a:r>
            <a:r>
              <a:rPr lang="es-ES" sz="1200" dirty="0" err="1">
                <a:solidFill>
                  <a:schemeClr val="tx1"/>
                </a:solidFill>
              </a:rPr>
              <a:t>if</a:t>
            </a:r>
            <a:r>
              <a:rPr lang="es-ES" sz="1200" dirty="0">
                <a:solidFill>
                  <a:schemeClr val="tx1"/>
                </a:solidFill>
              </a:rPr>
              <a:t> </a:t>
            </a:r>
            <a:r>
              <a:rPr lang="es-ES" sz="1200" dirty="0" err="1">
                <a:solidFill>
                  <a:schemeClr val="tx1"/>
                </a:solidFill>
              </a:rPr>
              <a:t>they</a:t>
            </a:r>
            <a:r>
              <a:rPr lang="es-ES" sz="1200" dirty="0">
                <a:solidFill>
                  <a:schemeClr val="tx1"/>
                </a:solidFill>
              </a:rPr>
              <a:t> are at </a:t>
            </a:r>
            <a:r>
              <a:rPr lang="es-ES" sz="1200" dirty="0" err="1">
                <a:solidFill>
                  <a:schemeClr val="tx1"/>
                </a:solidFill>
              </a:rPr>
              <a:t>reach</a:t>
            </a:r>
            <a:r>
              <a:rPr lang="es-ES" sz="1200" dirty="0">
                <a:solidFill>
                  <a:schemeClr val="tx1"/>
                </a:solidFill>
              </a:rPr>
              <a:t>. </a:t>
            </a:r>
            <a:r>
              <a:rPr lang="es-ES" sz="1200" dirty="0" err="1">
                <a:solidFill>
                  <a:schemeClr val="tx1"/>
                </a:solidFill>
              </a:rPr>
              <a:t>Elimination</a:t>
            </a:r>
            <a:r>
              <a:rPr lang="es-ES" sz="1200" dirty="0">
                <a:solidFill>
                  <a:schemeClr val="tx1"/>
                </a:solidFill>
              </a:rPr>
              <a:t> </a:t>
            </a:r>
            <a:r>
              <a:rPr lang="es-ES" sz="1200" dirty="0" err="1">
                <a:solidFill>
                  <a:schemeClr val="tx1"/>
                </a:solidFill>
              </a:rPr>
              <a:t>of</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defeated</a:t>
            </a:r>
            <a:r>
              <a:rPr lang="es-ES" sz="1200" dirty="0">
                <a:solidFill>
                  <a:schemeClr val="tx1"/>
                </a:solidFill>
              </a:rPr>
              <a:t> </a:t>
            </a:r>
            <a:r>
              <a:rPr lang="es-ES" sz="1200" dirty="0" err="1">
                <a:solidFill>
                  <a:schemeClr val="tx1"/>
                </a:solidFill>
              </a:rPr>
              <a:t>enemy</a:t>
            </a:r>
            <a:r>
              <a:rPr lang="es-ES" sz="1200" dirty="0">
                <a:solidFill>
                  <a:schemeClr val="tx1"/>
                </a:solidFill>
              </a:rPr>
              <a:t> </a:t>
            </a:r>
            <a:r>
              <a:rPr lang="es-ES" sz="1200" dirty="0" err="1">
                <a:solidFill>
                  <a:schemeClr val="tx1"/>
                </a:solidFill>
              </a:rPr>
              <a:t>units</a:t>
            </a:r>
            <a:r>
              <a:rPr lang="es-ES" sz="1200" dirty="0">
                <a:solidFill>
                  <a:schemeClr val="tx1"/>
                </a:solidFill>
              </a:rPr>
              <a:t>.</a:t>
            </a:r>
          </a:p>
          <a:p>
            <a:pPr algn="ctr"/>
            <a:endParaRPr lang="es-ES" sz="1200" dirty="0">
              <a:solidFill>
                <a:schemeClr val="tx1"/>
              </a:solidFill>
            </a:endParaRPr>
          </a:p>
        </p:txBody>
      </p:sp>
      <p:sp>
        <p:nvSpPr>
          <p:cNvPr id="10" name="Rectángulo 9">
            <a:extLst>
              <a:ext uri="{FF2B5EF4-FFF2-40B4-BE49-F238E27FC236}">
                <a16:creationId xmlns:a16="http://schemas.microsoft.com/office/drawing/2014/main" id="{67E449CE-F3D1-F0BF-2CCE-F6EFF75455BE}"/>
              </a:ext>
            </a:extLst>
          </p:cNvPr>
          <p:cNvSpPr/>
          <p:nvPr/>
        </p:nvSpPr>
        <p:spPr>
          <a:xfrm>
            <a:off x="6921355" y="2132856"/>
            <a:ext cx="2142190" cy="23042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s-ES" sz="1200" dirty="0" err="1">
                <a:solidFill>
                  <a:schemeClr val="tx1"/>
                </a:solidFill>
              </a:rPr>
              <a:t>Movement</a:t>
            </a:r>
            <a:r>
              <a:rPr lang="es-ES" sz="1200" dirty="0">
                <a:solidFill>
                  <a:schemeClr val="tx1"/>
                </a:solidFill>
              </a:rPr>
              <a:t> </a:t>
            </a:r>
            <a:r>
              <a:rPr lang="es-ES" sz="1200" dirty="0" err="1">
                <a:solidFill>
                  <a:schemeClr val="tx1"/>
                </a:solidFill>
              </a:rPr>
              <a:t>of</a:t>
            </a:r>
            <a:r>
              <a:rPr lang="es-ES" sz="1200" dirty="0">
                <a:solidFill>
                  <a:schemeClr val="tx1"/>
                </a:solidFill>
              </a:rPr>
              <a:t> </a:t>
            </a:r>
            <a:r>
              <a:rPr lang="es-ES" sz="1200" dirty="0" err="1">
                <a:solidFill>
                  <a:schemeClr val="tx1"/>
                </a:solidFill>
              </a:rPr>
              <a:t>each</a:t>
            </a:r>
            <a:r>
              <a:rPr lang="es-ES" sz="1200" dirty="0">
                <a:solidFill>
                  <a:schemeClr val="tx1"/>
                </a:solidFill>
              </a:rPr>
              <a:t> and </a:t>
            </a:r>
            <a:r>
              <a:rPr lang="es-ES" sz="1200" dirty="0" err="1">
                <a:solidFill>
                  <a:schemeClr val="tx1"/>
                </a:solidFill>
              </a:rPr>
              <a:t>every</a:t>
            </a:r>
            <a:r>
              <a:rPr lang="es-ES" sz="1200" dirty="0">
                <a:solidFill>
                  <a:schemeClr val="tx1"/>
                </a:solidFill>
              </a:rPr>
              <a:t> </a:t>
            </a:r>
            <a:r>
              <a:rPr lang="es-ES" sz="1200" dirty="0" err="1">
                <a:solidFill>
                  <a:schemeClr val="tx1"/>
                </a:solidFill>
              </a:rPr>
              <a:t>unit</a:t>
            </a:r>
            <a:r>
              <a:rPr lang="es-ES" sz="1200" dirty="0">
                <a:solidFill>
                  <a:schemeClr val="tx1"/>
                </a:solidFill>
              </a:rPr>
              <a:t> </a:t>
            </a:r>
            <a:r>
              <a:rPr lang="es-ES" sz="1200" dirty="0" err="1">
                <a:solidFill>
                  <a:schemeClr val="tx1"/>
                </a:solidFill>
              </a:rPr>
              <a:t>determined</a:t>
            </a:r>
            <a:r>
              <a:rPr lang="es-ES" sz="1200" dirty="0">
                <a:solidFill>
                  <a:schemeClr val="tx1"/>
                </a:solidFill>
              </a:rPr>
              <a:t> </a:t>
            </a:r>
            <a:r>
              <a:rPr lang="es-ES" sz="1200" dirty="0" err="1">
                <a:solidFill>
                  <a:schemeClr val="tx1"/>
                </a:solidFill>
              </a:rPr>
              <a:t>by</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fixed</a:t>
            </a:r>
            <a:r>
              <a:rPr lang="es-ES" sz="1200" dirty="0">
                <a:solidFill>
                  <a:schemeClr val="tx1"/>
                </a:solidFill>
              </a:rPr>
              <a:t> </a:t>
            </a:r>
            <a:r>
              <a:rPr lang="es-ES" sz="1200" dirty="0" err="1">
                <a:solidFill>
                  <a:schemeClr val="tx1"/>
                </a:solidFill>
              </a:rPr>
              <a:t>strategy</a:t>
            </a:r>
            <a:r>
              <a:rPr lang="es-ES" sz="1200" b="1" dirty="0">
                <a:solidFill>
                  <a:schemeClr val="tx1"/>
                </a:solidFill>
              </a:rPr>
              <a:t> </a:t>
            </a:r>
            <a:r>
              <a:rPr lang="es-ES" sz="1200" dirty="0">
                <a:solidFill>
                  <a:schemeClr val="tx1"/>
                </a:solidFill>
              </a:rPr>
              <a:t>(</a:t>
            </a:r>
            <a:r>
              <a:rPr lang="es-ES" sz="1200" dirty="0" err="1">
                <a:solidFill>
                  <a:schemeClr val="tx1"/>
                </a:solidFill>
              </a:rPr>
              <a:t>random</a:t>
            </a:r>
            <a:r>
              <a:rPr lang="es-ES" sz="1200" dirty="0">
                <a:solidFill>
                  <a:schemeClr val="tx1"/>
                </a:solidFill>
              </a:rPr>
              <a:t> </a:t>
            </a:r>
            <a:r>
              <a:rPr lang="es-ES" sz="1200" dirty="0" err="1">
                <a:solidFill>
                  <a:schemeClr val="tx1"/>
                </a:solidFill>
              </a:rPr>
              <a:t>movement</a:t>
            </a:r>
            <a:r>
              <a:rPr lang="es-ES" sz="1200" dirty="0">
                <a:solidFill>
                  <a:schemeClr val="tx1"/>
                </a:solidFill>
              </a:rPr>
              <a:t>).</a:t>
            </a:r>
          </a:p>
          <a:p>
            <a:pPr algn="ctr"/>
            <a:endParaRPr lang="es-ES" sz="1200" dirty="0">
              <a:solidFill>
                <a:schemeClr val="tx1"/>
              </a:solidFill>
            </a:endParaRPr>
          </a:p>
          <a:p>
            <a:pPr marL="171450" indent="-171450">
              <a:buFont typeface="Arial" panose="020B0604020202020204" pitchFamily="34" charset="0"/>
              <a:buChar char="•"/>
            </a:pPr>
            <a:r>
              <a:rPr lang="es-ES" sz="1200" dirty="0" err="1">
                <a:solidFill>
                  <a:schemeClr val="tx1"/>
                </a:solidFill>
              </a:rPr>
              <a:t>attack</a:t>
            </a:r>
            <a:r>
              <a:rPr lang="es-ES" sz="1200" dirty="0">
                <a:solidFill>
                  <a:schemeClr val="tx1"/>
                </a:solidFill>
              </a:rPr>
              <a:t> </a:t>
            </a:r>
            <a:r>
              <a:rPr lang="es-ES" sz="1200" dirty="0" err="1">
                <a:solidFill>
                  <a:schemeClr val="tx1"/>
                </a:solidFill>
              </a:rPr>
              <a:t>of</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units</a:t>
            </a:r>
            <a:r>
              <a:rPr lang="es-ES" sz="1200" dirty="0">
                <a:solidFill>
                  <a:schemeClr val="tx1"/>
                </a:solidFill>
              </a:rPr>
              <a:t> in </a:t>
            </a:r>
            <a:r>
              <a:rPr lang="es-ES" sz="1200" dirty="0" err="1">
                <a:solidFill>
                  <a:schemeClr val="tx1"/>
                </a:solidFill>
              </a:rPr>
              <a:t>the</a:t>
            </a:r>
            <a:r>
              <a:rPr lang="es-ES" sz="1200" dirty="0">
                <a:solidFill>
                  <a:schemeClr val="tx1"/>
                </a:solidFill>
              </a:rPr>
              <a:t> </a:t>
            </a:r>
            <a:r>
              <a:rPr lang="es-ES" sz="1200" dirty="0" err="1">
                <a:solidFill>
                  <a:schemeClr val="tx1"/>
                </a:solidFill>
              </a:rPr>
              <a:t>classical</a:t>
            </a:r>
            <a:r>
              <a:rPr lang="es-ES" sz="1200" dirty="0">
                <a:solidFill>
                  <a:schemeClr val="tx1"/>
                </a:solidFill>
              </a:rPr>
              <a:t> </a:t>
            </a:r>
            <a:r>
              <a:rPr lang="es-ES" sz="1200" dirty="0" err="1">
                <a:solidFill>
                  <a:schemeClr val="tx1"/>
                </a:solidFill>
              </a:rPr>
              <a:t>team</a:t>
            </a:r>
            <a:r>
              <a:rPr lang="es-ES" sz="1200" dirty="0">
                <a:solidFill>
                  <a:schemeClr val="tx1"/>
                </a:solidFill>
              </a:rPr>
              <a:t> </a:t>
            </a:r>
            <a:r>
              <a:rPr lang="es-ES" sz="1200" dirty="0" err="1">
                <a:solidFill>
                  <a:schemeClr val="tx1"/>
                </a:solidFill>
              </a:rPr>
              <a:t>if</a:t>
            </a:r>
            <a:r>
              <a:rPr lang="es-ES" sz="1200" dirty="0">
                <a:solidFill>
                  <a:schemeClr val="tx1"/>
                </a:solidFill>
              </a:rPr>
              <a:t> </a:t>
            </a:r>
            <a:r>
              <a:rPr lang="es-ES" sz="1200" dirty="0" err="1">
                <a:solidFill>
                  <a:schemeClr val="tx1"/>
                </a:solidFill>
              </a:rPr>
              <a:t>they</a:t>
            </a:r>
            <a:r>
              <a:rPr lang="es-ES" sz="1200" dirty="0">
                <a:solidFill>
                  <a:schemeClr val="tx1"/>
                </a:solidFill>
              </a:rPr>
              <a:t> are at </a:t>
            </a:r>
            <a:r>
              <a:rPr lang="es-ES" sz="1200" dirty="0" err="1">
                <a:solidFill>
                  <a:schemeClr val="tx1"/>
                </a:solidFill>
              </a:rPr>
              <a:t>reach</a:t>
            </a:r>
            <a:r>
              <a:rPr lang="es-ES" sz="1200" dirty="0">
                <a:solidFill>
                  <a:schemeClr val="tx1"/>
                </a:solidFill>
              </a:rPr>
              <a:t>. </a:t>
            </a:r>
            <a:r>
              <a:rPr lang="es-ES" sz="1200" dirty="0" err="1">
                <a:solidFill>
                  <a:schemeClr val="tx1"/>
                </a:solidFill>
              </a:rPr>
              <a:t>Elimination</a:t>
            </a:r>
            <a:r>
              <a:rPr lang="es-ES" sz="1200" dirty="0">
                <a:solidFill>
                  <a:schemeClr val="tx1"/>
                </a:solidFill>
              </a:rPr>
              <a:t> </a:t>
            </a:r>
            <a:r>
              <a:rPr lang="es-ES" sz="1200" dirty="0" err="1">
                <a:solidFill>
                  <a:schemeClr val="tx1"/>
                </a:solidFill>
              </a:rPr>
              <a:t>of</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defeated</a:t>
            </a:r>
            <a:r>
              <a:rPr lang="es-ES" sz="1200" dirty="0">
                <a:solidFill>
                  <a:schemeClr val="tx1"/>
                </a:solidFill>
              </a:rPr>
              <a:t> </a:t>
            </a:r>
            <a:r>
              <a:rPr lang="es-ES" sz="1200" dirty="0" err="1">
                <a:solidFill>
                  <a:schemeClr val="tx1"/>
                </a:solidFill>
              </a:rPr>
              <a:t>units</a:t>
            </a:r>
            <a:r>
              <a:rPr lang="es-ES" sz="1200" dirty="0">
                <a:solidFill>
                  <a:schemeClr val="tx1"/>
                </a:solidFill>
              </a:rPr>
              <a:t>.</a:t>
            </a:r>
          </a:p>
        </p:txBody>
      </p:sp>
      <p:sp>
        <p:nvSpPr>
          <p:cNvPr id="12" name="Rectángulo 11">
            <a:extLst>
              <a:ext uri="{FF2B5EF4-FFF2-40B4-BE49-F238E27FC236}">
                <a16:creationId xmlns:a16="http://schemas.microsoft.com/office/drawing/2014/main" id="{29938BAD-F7FE-034B-8BCB-14302E1FA8EA}"/>
              </a:ext>
            </a:extLst>
          </p:cNvPr>
          <p:cNvSpPr/>
          <p:nvPr/>
        </p:nvSpPr>
        <p:spPr>
          <a:xfrm>
            <a:off x="9330354" y="2132856"/>
            <a:ext cx="2142190" cy="23042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s-ES" sz="1200" dirty="0" err="1">
                <a:solidFill>
                  <a:schemeClr val="tx1"/>
                </a:solidFill>
              </a:rPr>
              <a:t>Check</a:t>
            </a:r>
            <a:r>
              <a:rPr lang="es-ES" sz="1200" dirty="0">
                <a:solidFill>
                  <a:schemeClr val="tx1"/>
                </a:solidFill>
              </a:rPr>
              <a:t> </a:t>
            </a:r>
            <a:r>
              <a:rPr lang="es-ES" sz="1200" dirty="0" err="1">
                <a:solidFill>
                  <a:schemeClr val="tx1"/>
                </a:solidFill>
              </a:rPr>
              <a:t>of</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victory</a:t>
            </a:r>
            <a:r>
              <a:rPr lang="es-ES" sz="1200" dirty="0">
                <a:solidFill>
                  <a:schemeClr val="tx1"/>
                </a:solidFill>
              </a:rPr>
              <a:t> </a:t>
            </a:r>
            <a:r>
              <a:rPr lang="es-ES" sz="1200" dirty="0" err="1">
                <a:solidFill>
                  <a:schemeClr val="tx1"/>
                </a:solidFill>
              </a:rPr>
              <a:t>conditions</a:t>
            </a:r>
            <a:r>
              <a:rPr lang="es-ES" sz="1200" dirty="0">
                <a:solidFill>
                  <a:schemeClr val="tx1"/>
                </a:solidFill>
              </a:rPr>
              <a:t>. A </a:t>
            </a:r>
            <a:r>
              <a:rPr lang="es-ES" sz="1200" dirty="0" err="1">
                <a:solidFill>
                  <a:schemeClr val="tx1"/>
                </a:solidFill>
              </a:rPr>
              <a:t>team</a:t>
            </a:r>
            <a:r>
              <a:rPr lang="es-ES" sz="1200" dirty="0">
                <a:solidFill>
                  <a:schemeClr val="tx1"/>
                </a:solidFill>
              </a:rPr>
              <a:t> </a:t>
            </a:r>
            <a:r>
              <a:rPr lang="es-ES" sz="1200" dirty="0" err="1">
                <a:solidFill>
                  <a:schemeClr val="tx1"/>
                </a:solidFill>
              </a:rPr>
              <a:t>wins</a:t>
            </a:r>
            <a:r>
              <a:rPr lang="es-ES" sz="1200" dirty="0">
                <a:solidFill>
                  <a:schemeClr val="tx1"/>
                </a:solidFill>
              </a:rPr>
              <a:t> </a:t>
            </a:r>
            <a:r>
              <a:rPr lang="es-ES" sz="1200" dirty="0" err="1">
                <a:solidFill>
                  <a:schemeClr val="tx1"/>
                </a:solidFill>
              </a:rPr>
              <a:t>if</a:t>
            </a:r>
            <a:r>
              <a:rPr lang="es-ES" sz="1200" dirty="0">
                <a:solidFill>
                  <a:schemeClr val="tx1"/>
                </a:solidFill>
              </a:rPr>
              <a:t>:</a:t>
            </a:r>
          </a:p>
          <a:p>
            <a:pPr marL="628650" lvl="1" indent="-171450">
              <a:buFont typeface="Courier New" panose="02070309020205020404" pitchFamily="49" charset="0"/>
              <a:buChar char="o"/>
            </a:pPr>
            <a:r>
              <a:rPr lang="es-ES" sz="1200" dirty="0" err="1">
                <a:solidFill>
                  <a:schemeClr val="tx1"/>
                </a:solidFill>
              </a:rPr>
              <a:t>There</a:t>
            </a:r>
            <a:r>
              <a:rPr lang="es-ES" sz="1200" dirty="0">
                <a:solidFill>
                  <a:schemeClr val="tx1"/>
                </a:solidFill>
              </a:rPr>
              <a:t> are no </a:t>
            </a:r>
            <a:r>
              <a:rPr lang="es-ES" sz="1200" dirty="0" err="1">
                <a:solidFill>
                  <a:schemeClr val="tx1"/>
                </a:solidFill>
              </a:rPr>
              <a:t>enemy</a:t>
            </a:r>
            <a:r>
              <a:rPr lang="es-ES" sz="1200" dirty="0">
                <a:solidFill>
                  <a:schemeClr val="tx1"/>
                </a:solidFill>
              </a:rPr>
              <a:t> </a:t>
            </a:r>
            <a:r>
              <a:rPr lang="es-ES" sz="1200" dirty="0" err="1">
                <a:solidFill>
                  <a:schemeClr val="tx1"/>
                </a:solidFill>
              </a:rPr>
              <a:t>units</a:t>
            </a:r>
            <a:r>
              <a:rPr lang="es-ES" sz="1200" dirty="0">
                <a:solidFill>
                  <a:schemeClr val="tx1"/>
                </a:solidFill>
              </a:rPr>
              <a:t>.</a:t>
            </a:r>
          </a:p>
          <a:p>
            <a:pPr marL="628650" lvl="1" indent="-171450">
              <a:buFont typeface="Courier New" panose="02070309020205020404" pitchFamily="49" charset="0"/>
              <a:buChar char="o"/>
            </a:pPr>
            <a:r>
              <a:rPr lang="es-ES" sz="1200" dirty="0" err="1">
                <a:solidFill>
                  <a:schemeClr val="tx1"/>
                </a:solidFill>
              </a:rPr>
              <a:t>The</a:t>
            </a:r>
            <a:r>
              <a:rPr lang="es-ES" sz="1200" dirty="0">
                <a:solidFill>
                  <a:schemeClr val="tx1"/>
                </a:solidFill>
              </a:rPr>
              <a:t> </a:t>
            </a:r>
            <a:r>
              <a:rPr lang="es-ES" sz="1200" dirty="0" err="1">
                <a:solidFill>
                  <a:schemeClr val="tx1"/>
                </a:solidFill>
              </a:rPr>
              <a:t>number</a:t>
            </a:r>
            <a:r>
              <a:rPr lang="es-ES" sz="1200" dirty="0">
                <a:solidFill>
                  <a:schemeClr val="tx1"/>
                </a:solidFill>
              </a:rPr>
              <a:t> </a:t>
            </a:r>
            <a:r>
              <a:rPr lang="es-ES" sz="1200" dirty="0" err="1">
                <a:solidFill>
                  <a:schemeClr val="tx1"/>
                </a:solidFill>
              </a:rPr>
              <a:t>of</a:t>
            </a:r>
            <a:r>
              <a:rPr lang="es-ES" sz="1200" dirty="0">
                <a:solidFill>
                  <a:schemeClr val="tx1"/>
                </a:solidFill>
              </a:rPr>
              <a:t> máximum </a:t>
            </a:r>
            <a:r>
              <a:rPr lang="es-ES" sz="1200" dirty="0" err="1">
                <a:solidFill>
                  <a:schemeClr val="tx1"/>
                </a:solidFill>
              </a:rPr>
              <a:t>turns</a:t>
            </a:r>
            <a:r>
              <a:rPr lang="es-ES" sz="1200" dirty="0">
                <a:solidFill>
                  <a:schemeClr val="tx1"/>
                </a:solidFill>
              </a:rPr>
              <a:t> </a:t>
            </a:r>
            <a:r>
              <a:rPr lang="es-ES" sz="1200" dirty="0" err="1">
                <a:solidFill>
                  <a:schemeClr val="tx1"/>
                </a:solidFill>
              </a:rPr>
              <a:t>is</a:t>
            </a:r>
            <a:r>
              <a:rPr lang="es-ES" sz="1200" dirty="0">
                <a:solidFill>
                  <a:schemeClr val="tx1"/>
                </a:solidFill>
              </a:rPr>
              <a:t> </a:t>
            </a:r>
            <a:r>
              <a:rPr lang="es-ES" sz="1200" dirty="0" err="1">
                <a:solidFill>
                  <a:schemeClr val="tx1"/>
                </a:solidFill>
              </a:rPr>
              <a:t>reached</a:t>
            </a:r>
            <a:r>
              <a:rPr lang="es-ES" sz="1200" dirty="0">
                <a:solidFill>
                  <a:schemeClr val="tx1"/>
                </a:solidFill>
              </a:rPr>
              <a:t> and </a:t>
            </a:r>
            <a:r>
              <a:rPr lang="es-ES" sz="1200" dirty="0" err="1">
                <a:solidFill>
                  <a:schemeClr val="tx1"/>
                </a:solidFill>
              </a:rPr>
              <a:t>you</a:t>
            </a:r>
            <a:r>
              <a:rPr lang="es-ES" sz="1200" dirty="0">
                <a:solidFill>
                  <a:schemeClr val="tx1"/>
                </a:solidFill>
              </a:rPr>
              <a:t> </a:t>
            </a:r>
            <a:r>
              <a:rPr lang="es-ES" sz="1200" dirty="0" err="1">
                <a:solidFill>
                  <a:schemeClr val="tx1"/>
                </a:solidFill>
              </a:rPr>
              <a:t>have</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most</a:t>
            </a:r>
            <a:r>
              <a:rPr lang="es-ES" sz="1200" dirty="0">
                <a:solidFill>
                  <a:schemeClr val="tx1"/>
                </a:solidFill>
              </a:rPr>
              <a:t> </a:t>
            </a:r>
            <a:r>
              <a:rPr lang="es-ES" sz="1200" dirty="0" err="1">
                <a:solidFill>
                  <a:schemeClr val="tx1"/>
                </a:solidFill>
              </a:rPr>
              <a:t>units</a:t>
            </a:r>
            <a:r>
              <a:rPr lang="es-ES" sz="1200" dirty="0">
                <a:solidFill>
                  <a:schemeClr val="tx1"/>
                </a:solidFill>
              </a:rPr>
              <a:t> </a:t>
            </a:r>
            <a:r>
              <a:rPr lang="es-ES" sz="1200" dirty="0" err="1">
                <a:solidFill>
                  <a:schemeClr val="tx1"/>
                </a:solidFill>
              </a:rPr>
              <a:t>undefeated</a:t>
            </a:r>
            <a:r>
              <a:rPr lang="es-ES" sz="1200" dirty="0">
                <a:solidFill>
                  <a:schemeClr val="tx1"/>
                </a:solidFill>
              </a:rPr>
              <a:t>.</a:t>
            </a:r>
          </a:p>
          <a:p>
            <a:pPr marL="171450" indent="-171450">
              <a:buFont typeface="Arial" panose="020B0604020202020204" pitchFamily="34" charset="0"/>
              <a:buChar char="•"/>
            </a:pPr>
            <a:r>
              <a:rPr lang="es-ES" sz="1200" dirty="0" err="1">
                <a:solidFill>
                  <a:schemeClr val="tx1"/>
                </a:solidFill>
              </a:rPr>
              <a:t>If</a:t>
            </a:r>
            <a:r>
              <a:rPr lang="es-ES" sz="1200" dirty="0">
                <a:solidFill>
                  <a:schemeClr val="tx1"/>
                </a:solidFill>
              </a:rPr>
              <a:t> </a:t>
            </a:r>
            <a:r>
              <a:rPr lang="es-ES" sz="1200" dirty="0" err="1">
                <a:solidFill>
                  <a:schemeClr val="tx1"/>
                </a:solidFill>
              </a:rPr>
              <a:t>this</a:t>
            </a:r>
            <a:r>
              <a:rPr lang="es-ES" sz="1200" dirty="0">
                <a:solidFill>
                  <a:schemeClr val="tx1"/>
                </a:solidFill>
              </a:rPr>
              <a:t> </a:t>
            </a:r>
            <a:r>
              <a:rPr lang="es-ES" sz="1200" dirty="0" err="1">
                <a:solidFill>
                  <a:schemeClr val="tx1"/>
                </a:solidFill>
              </a:rPr>
              <a:t>is</a:t>
            </a:r>
            <a:r>
              <a:rPr lang="es-ES" sz="1200" dirty="0">
                <a:solidFill>
                  <a:schemeClr val="tx1"/>
                </a:solidFill>
              </a:rPr>
              <a:t> </a:t>
            </a:r>
            <a:r>
              <a:rPr lang="es-ES" sz="1200" dirty="0" err="1">
                <a:solidFill>
                  <a:schemeClr val="tx1"/>
                </a:solidFill>
              </a:rPr>
              <a:t>not</a:t>
            </a:r>
            <a:r>
              <a:rPr lang="es-ES" sz="1200" dirty="0">
                <a:solidFill>
                  <a:schemeClr val="tx1"/>
                </a:solidFill>
              </a:rPr>
              <a:t> </a:t>
            </a:r>
            <a:r>
              <a:rPr lang="es-ES" sz="1200" dirty="0" err="1">
                <a:solidFill>
                  <a:schemeClr val="tx1"/>
                </a:solidFill>
              </a:rPr>
              <a:t>the</a:t>
            </a:r>
            <a:r>
              <a:rPr lang="es-ES" sz="1200" dirty="0">
                <a:solidFill>
                  <a:schemeClr val="tx1"/>
                </a:solidFill>
              </a:rPr>
              <a:t> case, </a:t>
            </a:r>
            <a:r>
              <a:rPr lang="es-ES" sz="1200" dirty="0" err="1">
                <a:solidFill>
                  <a:schemeClr val="tx1"/>
                </a:solidFill>
              </a:rPr>
              <a:t>return</a:t>
            </a:r>
            <a:r>
              <a:rPr lang="es-ES" sz="1200" dirty="0">
                <a:solidFill>
                  <a:schemeClr val="tx1"/>
                </a:solidFill>
              </a:rPr>
              <a:t> </a:t>
            </a:r>
            <a:r>
              <a:rPr lang="es-ES" sz="1200" dirty="0" err="1">
                <a:solidFill>
                  <a:schemeClr val="tx1"/>
                </a:solidFill>
              </a:rPr>
              <a:t>to</a:t>
            </a:r>
            <a:r>
              <a:rPr lang="es-ES" sz="1200" dirty="0">
                <a:solidFill>
                  <a:schemeClr val="tx1"/>
                </a:solidFill>
              </a:rPr>
              <a:t> step 1.</a:t>
            </a:r>
          </a:p>
          <a:p>
            <a:pPr algn="ctr"/>
            <a:endParaRPr lang="es-ES" sz="1200" dirty="0">
              <a:solidFill>
                <a:schemeClr val="tx1"/>
              </a:solidFill>
            </a:endParaRPr>
          </a:p>
        </p:txBody>
      </p:sp>
      <p:pic>
        <p:nvPicPr>
          <p:cNvPr id="14" name="Gráfico 13">
            <a:extLst>
              <a:ext uri="{FF2B5EF4-FFF2-40B4-BE49-F238E27FC236}">
                <a16:creationId xmlns:a16="http://schemas.microsoft.com/office/drawing/2014/main" id="{C4EEB823-83FB-4E3E-6CF1-CC3DB3F456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32201" y="405878"/>
            <a:ext cx="857250" cy="1143000"/>
          </a:xfrm>
          <a:prstGeom prst="rect">
            <a:avLst/>
          </a:prstGeom>
        </p:spPr>
      </p:pic>
      <p:sp>
        <p:nvSpPr>
          <p:cNvPr id="16" name="Rectángulo 15">
            <a:extLst>
              <a:ext uri="{FF2B5EF4-FFF2-40B4-BE49-F238E27FC236}">
                <a16:creationId xmlns:a16="http://schemas.microsoft.com/office/drawing/2014/main" id="{A91CADFA-267F-3ECB-1139-E3ADE46CDFB5}"/>
              </a:ext>
            </a:extLst>
          </p:cNvPr>
          <p:cNvSpPr>
            <a:spLocks noGrp="1" noRot="1" noChangeAspect="1" noMove="1" noResize="1" noEditPoints="1" noAdjustHandles="1" noChangeArrowheads="1" noChangeShapeType="1"/>
          </p:cNvSpPr>
          <p:nvPr/>
        </p:nvSpPr>
        <p:spPr>
          <a:xfrm>
            <a:off x="1055440" y="4581288"/>
            <a:ext cx="1440000" cy="1439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17" name="Tabla 16">
            <a:extLst>
              <a:ext uri="{FF2B5EF4-FFF2-40B4-BE49-F238E27FC236}">
                <a16:creationId xmlns:a16="http://schemas.microsoft.com/office/drawing/2014/main" id="{A5354D5D-857A-F0D1-D69D-F017A15DBFA6}"/>
              </a:ext>
            </a:extLst>
          </p:cNvPr>
          <p:cNvGraphicFramePr>
            <a:graphicFrameLocks noGrp="1"/>
          </p:cNvGraphicFramePr>
          <p:nvPr>
            <p:extLst>
              <p:ext uri="{D42A27DB-BD31-4B8C-83A1-F6EECF244321}">
                <p14:modId xmlns:p14="http://schemas.microsoft.com/office/powerpoint/2010/main" val="1545158615"/>
              </p:ext>
            </p:extLst>
          </p:nvPr>
        </p:nvGraphicFramePr>
        <p:xfrm>
          <a:off x="1065296" y="4581288"/>
          <a:ext cx="1440000" cy="1440000"/>
        </p:xfrm>
        <a:graphic>
          <a:graphicData uri="http://schemas.openxmlformats.org/drawingml/2006/table">
            <a:tbl>
              <a:tblPr firstRow="1" bandRow="1">
                <a:tableStyleId>{5940675A-B579-460E-94D1-54222C63F5DA}</a:tableStyleId>
              </a:tblPr>
              <a:tblGrid>
                <a:gridCol w="288000">
                  <a:extLst>
                    <a:ext uri="{9D8B030D-6E8A-4147-A177-3AD203B41FA5}">
                      <a16:colId xmlns:a16="http://schemas.microsoft.com/office/drawing/2014/main" val="27721215"/>
                    </a:ext>
                  </a:extLst>
                </a:gridCol>
                <a:gridCol w="288000">
                  <a:extLst>
                    <a:ext uri="{9D8B030D-6E8A-4147-A177-3AD203B41FA5}">
                      <a16:colId xmlns:a16="http://schemas.microsoft.com/office/drawing/2014/main" val="980356576"/>
                    </a:ext>
                  </a:extLst>
                </a:gridCol>
                <a:gridCol w="288000">
                  <a:extLst>
                    <a:ext uri="{9D8B030D-6E8A-4147-A177-3AD203B41FA5}">
                      <a16:colId xmlns:a16="http://schemas.microsoft.com/office/drawing/2014/main" val="2261813538"/>
                    </a:ext>
                  </a:extLst>
                </a:gridCol>
                <a:gridCol w="288000">
                  <a:extLst>
                    <a:ext uri="{9D8B030D-6E8A-4147-A177-3AD203B41FA5}">
                      <a16:colId xmlns:a16="http://schemas.microsoft.com/office/drawing/2014/main" val="3239088562"/>
                    </a:ext>
                  </a:extLst>
                </a:gridCol>
                <a:gridCol w="288000">
                  <a:extLst>
                    <a:ext uri="{9D8B030D-6E8A-4147-A177-3AD203B41FA5}">
                      <a16:colId xmlns:a16="http://schemas.microsoft.com/office/drawing/2014/main" val="4106113023"/>
                    </a:ext>
                  </a:extLst>
                </a:gridCol>
              </a:tblGrid>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211370709"/>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2998237923"/>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3798047480"/>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3410662554"/>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extLst>
                  <a:ext uri="{0D108BD9-81ED-4DB2-BD59-A6C34878D82A}">
                    <a16:rowId xmlns:a16="http://schemas.microsoft.com/office/drawing/2014/main" val="2181535286"/>
                  </a:ext>
                </a:extLst>
              </a:tr>
            </a:tbl>
          </a:graphicData>
        </a:graphic>
      </p:graphicFrame>
      <p:sp>
        <p:nvSpPr>
          <p:cNvPr id="18" name="Rectángulo 17">
            <a:extLst>
              <a:ext uri="{FF2B5EF4-FFF2-40B4-BE49-F238E27FC236}">
                <a16:creationId xmlns:a16="http://schemas.microsoft.com/office/drawing/2014/main" id="{5475B10E-ACCD-BDA0-179F-D3EABC91562C}"/>
              </a:ext>
            </a:extLst>
          </p:cNvPr>
          <p:cNvSpPr/>
          <p:nvPr/>
        </p:nvSpPr>
        <p:spPr>
          <a:xfrm>
            <a:off x="1245176" y="4755624"/>
            <a:ext cx="216024" cy="216024"/>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18">
            <a:extLst>
              <a:ext uri="{FF2B5EF4-FFF2-40B4-BE49-F238E27FC236}">
                <a16:creationId xmlns:a16="http://schemas.microsoft.com/office/drawing/2014/main" id="{3C596427-455D-C80C-FFA9-441E97E8AD59}"/>
              </a:ext>
            </a:extLst>
          </p:cNvPr>
          <p:cNvSpPr/>
          <p:nvPr/>
        </p:nvSpPr>
        <p:spPr>
          <a:xfrm>
            <a:off x="1245176" y="5335850"/>
            <a:ext cx="216024" cy="216024"/>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Elipse 19">
            <a:extLst>
              <a:ext uri="{FF2B5EF4-FFF2-40B4-BE49-F238E27FC236}">
                <a16:creationId xmlns:a16="http://schemas.microsoft.com/office/drawing/2014/main" id="{F5A9039C-EF5B-C808-60F3-626FECF869F2}"/>
              </a:ext>
            </a:extLst>
          </p:cNvPr>
          <p:cNvSpPr/>
          <p:nvPr/>
        </p:nvSpPr>
        <p:spPr>
          <a:xfrm>
            <a:off x="1533534" y="5042545"/>
            <a:ext cx="216024" cy="218588"/>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Triángulo isósceles 20">
            <a:extLst>
              <a:ext uri="{FF2B5EF4-FFF2-40B4-BE49-F238E27FC236}">
                <a16:creationId xmlns:a16="http://schemas.microsoft.com/office/drawing/2014/main" id="{F0E5156D-8C45-4268-C929-58549144FECD}"/>
              </a:ext>
            </a:extLst>
          </p:cNvPr>
          <p:cNvSpPr/>
          <p:nvPr/>
        </p:nvSpPr>
        <p:spPr>
          <a:xfrm>
            <a:off x="1209172" y="5588038"/>
            <a:ext cx="288032" cy="216024"/>
          </a:xfrm>
          <a:prstGeom prst="triangl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Rectángulo 21">
            <a:extLst>
              <a:ext uri="{FF2B5EF4-FFF2-40B4-BE49-F238E27FC236}">
                <a16:creationId xmlns:a16="http://schemas.microsoft.com/office/drawing/2014/main" id="{712A296C-725B-ABED-581E-1F0692EB822E}"/>
              </a:ext>
            </a:extLst>
          </p:cNvPr>
          <p:cNvSpPr/>
          <p:nvPr/>
        </p:nvSpPr>
        <p:spPr>
          <a:xfrm>
            <a:off x="2109784" y="5042545"/>
            <a:ext cx="216024" cy="216024"/>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Elipse 22">
            <a:extLst>
              <a:ext uri="{FF2B5EF4-FFF2-40B4-BE49-F238E27FC236}">
                <a16:creationId xmlns:a16="http://schemas.microsoft.com/office/drawing/2014/main" id="{DE38A34B-B3F4-7D5E-F515-37D637BA16A2}"/>
              </a:ext>
            </a:extLst>
          </p:cNvPr>
          <p:cNvSpPr/>
          <p:nvPr/>
        </p:nvSpPr>
        <p:spPr>
          <a:xfrm>
            <a:off x="1820858" y="4755624"/>
            <a:ext cx="216024" cy="218588"/>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Triángulo isósceles 23">
            <a:extLst>
              <a:ext uri="{FF2B5EF4-FFF2-40B4-BE49-F238E27FC236}">
                <a16:creationId xmlns:a16="http://schemas.microsoft.com/office/drawing/2014/main" id="{A38D2F14-AE40-CB87-032F-5C8ED835CA77}"/>
              </a:ext>
            </a:extLst>
          </p:cNvPr>
          <p:cNvSpPr/>
          <p:nvPr/>
        </p:nvSpPr>
        <p:spPr>
          <a:xfrm>
            <a:off x="2078176" y="5591924"/>
            <a:ext cx="288032" cy="216024"/>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Triángulo isósceles 24">
            <a:extLst>
              <a:ext uri="{FF2B5EF4-FFF2-40B4-BE49-F238E27FC236}">
                <a16:creationId xmlns:a16="http://schemas.microsoft.com/office/drawing/2014/main" id="{4AF2DE25-FE3C-77EA-1168-76BBC06F8305}"/>
              </a:ext>
            </a:extLst>
          </p:cNvPr>
          <p:cNvSpPr/>
          <p:nvPr/>
        </p:nvSpPr>
        <p:spPr>
          <a:xfrm>
            <a:off x="1784854" y="5296137"/>
            <a:ext cx="288032" cy="216024"/>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Rectángulo 25">
            <a:extLst>
              <a:ext uri="{FF2B5EF4-FFF2-40B4-BE49-F238E27FC236}">
                <a16:creationId xmlns:a16="http://schemas.microsoft.com/office/drawing/2014/main" id="{96E1FDCC-0E18-243F-1008-E2609B13DFB7}"/>
              </a:ext>
            </a:extLst>
          </p:cNvPr>
          <p:cNvSpPr/>
          <p:nvPr/>
        </p:nvSpPr>
        <p:spPr>
          <a:xfrm>
            <a:off x="3253448" y="4583536"/>
            <a:ext cx="1440000" cy="1439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27" name="Tabla 26">
            <a:extLst>
              <a:ext uri="{FF2B5EF4-FFF2-40B4-BE49-F238E27FC236}">
                <a16:creationId xmlns:a16="http://schemas.microsoft.com/office/drawing/2014/main" id="{357D70F3-62F8-E160-3881-C6C6F7D03CA6}"/>
              </a:ext>
            </a:extLst>
          </p:cNvPr>
          <p:cNvGraphicFramePr>
            <a:graphicFrameLocks noGrp="1"/>
          </p:cNvGraphicFramePr>
          <p:nvPr>
            <p:extLst>
              <p:ext uri="{D42A27DB-BD31-4B8C-83A1-F6EECF244321}">
                <p14:modId xmlns:p14="http://schemas.microsoft.com/office/powerpoint/2010/main" val="3796826578"/>
              </p:ext>
            </p:extLst>
          </p:nvPr>
        </p:nvGraphicFramePr>
        <p:xfrm>
          <a:off x="3263304" y="4583536"/>
          <a:ext cx="1440000" cy="1440000"/>
        </p:xfrm>
        <a:graphic>
          <a:graphicData uri="http://schemas.openxmlformats.org/drawingml/2006/table">
            <a:tbl>
              <a:tblPr firstRow="1" bandRow="1">
                <a:tableStyleId>{5940675A-B579-460E-94D1-54222C63F5DA}</a:tableStyleId>
              </a:tblPr>
              <a:tblGrid>
                <a:gridCol w="288000">
                  <a:extLst>
                    <a:ext uri="{9D8B030D-6E8A-4147-A177-3AD203B41FA5}">
                      <a16:colId xmlns:a16="http://schemas.microsoft.com/office/drawing/2014/main" val="27721215"/>
                    </a:ext>
                  </a:extLst>
                </a:gridCol>
                <a:gridCol w="288000">
                  <a:extLst>
                    <a:ext uri="{9D8B030D-6E8A-4147-A177-3AD203B41FA5}">
                      <a16:colId xmlns:a16="http://schemas.microsoft.com/office/drawing/2014/main" val="980356576"/>
                    </a:ext>
                  </a:extLst>
                </a:gridCol>
                <a:gridCol w="288000">
                  <a:extLst>
                    <a:ext uri="{9D8B030D-6E8A-4147-A177-3AD203B41FA5}">
                      <a16:colId xmlns:a16="http://schemas.microsoft.com/office/drawing/2014/main" val="2261813538"/>
                    </a:ext>
                  </a:extLst>
                </a:gridCol>
                <a:gridCol w="288000">
                  <a:extLst>
                    <a:ext uri="{9D8B030D-6E8A-4147-A177-3AD203B41FA5}">
                      <a16:colId xmlns:a16="http://schemas.microsoft.com/office/drawing/2014/main" val="3239088562"/>
                    </a:ext>
                  </a:extLst>
                </a:gridCol>
                <a:gridCol w="288000">
                  <a:extLst>
                    <a:ext uri="{9D8B030D-6E8A-4147-A177-3AD203B41FA5}">
                      <a16:colId xmlns:a16="http://schemas.microsoft.com/office/drawing/2014/main" val="4106113023"/>
                    </a:ext>
                  </a:extLst>
                </a:gridCol>
              </a:tblGrid>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211370709"/>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2998237923"/>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3798047480"/>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3410662554"/>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extLst>
                  <a:ext uri="{0D108BD9-81ED-4DB2-BD59-A6C34878D82A}">
                    <a16:rowId xmlns:a16="http://schemas.microsoft.com/office/drawing/2014/main" val="2181535286"/>
                  </a:ext>
                </a:extLst>
              </a:tr>
            </a:tbl>
          </a:graphicData>
        </a:graphic>
      </p:graphicFrame>
      <p:sp>
        <p:nvSpPr>
          <p:cNvPr id="28" name="Rectángulo 27">
            <a:extLst>
              <a:ext uri="{FF2B5EF4-FFF2-40B4-BE49-F238E27FC236}">
                <a16:creationId xmlns:a16="http://schemas.microsoft.com/office/drawing/2014/main" id="{EC053164-E074-0AF4-6C8C-5CF6E3A719A1}"/>
              </a:ext>
            </a:extLst>
          </p:cNvPr>
          <p:cNvSpPr/>
          <p:nvPr/>
        </p:nvSpPr>
        <p:spPr>
          <a:xfrm>
            <a:off x="3731542" y="4755624"/>
            <a:ext cx="216024" cy="216024"/>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Rectángulo 28">
            <a:extLst>
              <a:ext uri="{FF2B5EF4-FFF2-40B4-BE49-F238E27FC236}">
                <a16:creationId xmlns:a16="http://schemas.microsoft.com/office/drawing/2014/main" id="{18875A7F-C0FD-D34C-120C-63A346D37230}"/>
              </a:ext>
            </a:extLst>
          </p:cNvPr>
          <p:cNvSpPr/>
          <p:nvPr/>
        </p:nvSpPr>
        <p:spPr>
          <a:xfrm>
            <a:off x="3443417" y="5042545"/>
            <a:ext cx="216024" cy="216024"/>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Elipse 29">
            <a:extLst>
              <a:ext uri="{FF2B5EF4-FFF2-40B4-BE49-F238E27FC236}">
                <a16:creationId xmlns:a16="http://schemas.microsoft.com/office/drawing/2014/main" id="{530A8E8C-9AEB-E975-7040-2369ED4F54F8}"/>
              </a:ext>
            </a:extLst>
          </p:cNvPr>
          <p:cNvSpPr/>
          <p:nvPr/>
        </p:nvSpPr>
        <p:spPr>
          <a:xfrm>
            <a:off x="3731542" y="5333286"/>
            <a:ext cx="216024" cy="218588"/>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Triángulo isósceles 30">
            <a:extLst>
              <a:ext uri="{FF2B5EF4-FFF2-40B4-BE49-F238E27FC236}">
                <a16:creationId xmlns:a16="http://schemas.microsoft.com/office/drawing/2014/main" id="{A9163324-9975-A598-F001-D80403072B3F}"/>
              </a:ext>
            </a:extLst>
          </p:cNvPr>
          <p:cNvSpPr/>
          <p:nvPr/>
        </p:nvSpPr>
        <p:spPr>
          <a:xfrm>
            <a:off x="3416292" y="5335850"/>
            <a:ext cx="288032" cy="216024"/>
          </a:xfrm>
          <a:prstGeom prst="triangl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Rectángulo 31">
            <a:extLst>
              <a:ext uri="{FF2B5EF4-FFF2-40B4-BE49-F238E27FC236}">
                <a16:creationId xmlns:a16="http://schemas.microsoft.com/office/drawing/2014/main" id="{EAB9C383-5683-EA66-7325-18C0D3E3188F}"/>
              </a:ext>
            </a:extLst>
          </p:cNvPr>
          <p:cNvSpPr/>
          <p:nvPr/>
        </p:nvSpPr>
        <p:spPr>
          <a:xfrm>
            <a:off x="4307792" y="5044793"/>
            <a:ext cx="216024" cy="216024"/>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Elipse 32">
            <a:extLst>
              <a:ext uri="{FF2B5EF4-FFF2-40B4-BE49-F238E27FC236}">
                <a16:creationId xmlns:a16="http://schemas.microsoft.com/office/drawing/2014/main" id="{DAA60255-EE6C-7F89-0F5F-342ECDB4BC92}"/>
              </a:ext>
            </a:extLst>
          </p:cNvPr>
          <p:cNvSpPr/>
          <p:nvPr/>
        </p:nvSpPr>
        <p:spPr>
          <a:xfrm>
            <a:off x="4018866" y="4757872"/>
            <a:ext cx="216024" cy="218588"/>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Triángulo isósceles 33">
            <a:extLst>
              <a:ext uri="{FF2B5EF4-FFF2-40B4-BE49-F238E27FC236}">
                <a16:creationId xmlns:a16="http://schemas.microsoft.com/office/drawing/2014/main" id="{D5814BB3-CB2C-672B-2E58-60B0945F65FD}"/>
              </a:ext>
            </a:extLst>
          </p:cNvPr>
          <p:cNvSpPr/>
          <p:nvPr/>
        </p:nvSpPr>
        <p:spPr>
          <a:xfrm>
            <a:off x="4276184" y="5594172"/>
            <a:ext cx="288032" cy="216024"/>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Triángulo isósceles 34">
            <a:extLst>
              <a:ext uri="{FF2B5EF4-FFF2-40B4-BE49-F238E27FC236}">
                <a16:creationId xmlns:a16="http://schemas.microsoft.com/office/drawing/2014/main" id="{64921F64-9480-781C-B317-5B6DFD7F9FF0}"/>
              </a:ext>
            </a:extLst>
          </p:cNvPr>
          <p:cNvSpPr/>
          <p:nvPr/>
        </p:nvSpPr>
        <p:spPr>
          <a:xfrm>
            <a:off x="3982862" y="5298385"/>
            <a:ext cx="288032" cy="216024"/>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35">
            <a:extLst>
              <a:ext uri="{FF2B5EF4-FFF2-40B4-BE49-F238E27FC236}">
                <a16:creationId xmlns:a16="http://schemas.microsoft.com/office/drawing/2014/main" id="{B33B21EA-3F00-7185-2E86-A422953A7DA3}"/>
              </a:ext>
            </a:extLst>
          </p:cNvPr>
          <p:cNvSpPr/>
          <p:nvPr/>
        </p:nvSpPr>
        <p:spPr>
          <a:xfrm>
            <a:off x="5016600" y="4576137"/>
            <a:ext cx="1440000" cy="1439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37" name="Tabla 36">
            <a:extLst>
              <a:ext uri="{FF2B5EF4-FFF2-40B4-BE49-F238E27FC236}">
                <a16:creationId xmlns:a16="http://schemas.microsoft.com/office/drawing/2014/main" id="{76614EB2-F5BC-32AF-653D-18C37C778710}"/>
              </a:ext>
            </a:extLst>
          </p:cNvPr>
          <p:cNvGraphicFramePr>
            <a:graphicFrameLocks noGrp="1"/>
          </p:cNvGraphicFramePr>
          <p:nvPr>
            <p:extLst>
              <p:ext uri="{D42A27DB-BD31-4B8C-83A1-F6EECF244321}">
                <p14:modId xmlns:p14="http://schemas.microsoft.com/office/powerpoint/2010/main" val="228542089"/>
              </p:ext>
            </p:extLst>
          </p:nvPr>
        </p:nvGraphicFramePr>
        <p:xfrm>
          <a:off x="5026456" y="4576137"/>
          <a:ext cx="1440000" cy="1440000"/>
        </p:xfrm>
        <a:graphic>
          <a:graphicData uri="http://schemas.openxmlformats.org/drawingml/2006/table">
            <a:tbl>
              <a:tblPr firstRow="1" bandRow="1">
                <a:tableStyleId>{5940675A-B579-460E-94D1-54222C63F5DA}</a:tableStyleId>
              </a:tblPr>
              <a:tblGrid>
                <a:gridCol w="288000">
                  <a:extLst>
                    <a:ext uri="{9D8B030D-6E8A-4147-A177-3AD203B41FA5}">
                      <a16:colId xmlns:a16="http://schemas.microsoft.com/office/drawing/2014/main" val="27721215"/>
                    </a:ext>
                  </a:extLst>
                </a:gridCol>
                <a:gridCol w="288000">
                  <a:extLst>
                    <a:ext uri="{9D8B030D-6E8A-4147-A177-3AD203B41FA5}">
                      <a16:colId xmlns:a16="http://schemas.microsoft.com/office/drawing/2014/main" val="980356576"/>
                    </a:ext>
                  </a:extLst>
                </a:gridCol>
                <a:gridCol w="288000">
                  <a:extLst>
                    <a:ext uri="{9D8B030D-6E8A-4147-A177-3AD203B41FA5}">
                      <a16:colId xmlns:a16="http://schemas.microsoft.com/office/drawing/2014/main" val="2261813538"/>
                    </a:ext>
                  </a:extLst>
                </a:gridCol>
                <a:gridCol w="288000">
                  <a:extLst>
                    <a:ext uri="{9D8B030D-6E8A-4147-A177-3AD203B41FA5}">
                      <a16:colId xmlns:a16="http://schemas.microsoft.com/office/drawing/2014/main" val="3239088562"/>
                    </a:ext>
                  </a:extLst>
                </a:gridCol>
                <a:gridCol w="288000">
                  <a:extLst>
                    <a:ext uri="{9D8B030D-6E8A-4147-A177-3AD203B41FA5}">
                      <a16:colId xmlns:a16="http://schemas.microsoft.com/office/drawing/2014/main" val="4106113023"/>
                    </a:ext>
                  </a:extLst>
                </a:gridCol>
              </a:tblGrid>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211370709"/>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2998237923"/>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3798047480"/>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3410662554"/>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extLst>
                  <a:ext uri="{0D108BD9-81ED-4DB2-BD59-A6C34878D82A}">
                    <a16:rowId xmlns:a16="http://schemas.microsoft.com/office/drawing/2014/main" val="2181535286"/>
                  </a:ext>
                </a:extLst>
              </a:tr>
            </a:tbl>
          </a:graphicData>
        </a:graphic>
      </p:graphicFrame>
      <p:sp>
        <p:nvSpPr>
          <p:cNvPr id="38" name="Rectángulo 37">
            <a:extLst>
              <a:ext uri="{FF2B5EF4-FFF2-40B4-BE49-F238E27FC236}">
                <a16:creationId xmlns:a16="http://schemas.microsoft.com/office/drawing/2014/main" id="{B9094A9A-D0EE-DE67-FEB0-A53874387BC5}"/>
              </a:ext>
            </a:extLst>
          </p:cNvPr>
          <p:cNvSpPr/>
          <p:nvPr/>
        </p:nvSpPr>
        <p:spPr>
          <a:xfrm>
            <a:off x="5494694" y="4748225"/>
            <a:ext cx="216024" cy="216024"/>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Rectángulo 38">
            <a:extLst>
              <a:ext uri="{FF2B5EF4-FFF2-40B4-BE49-F238E27FC236}">
                <a16:creationId xmlns:a16="http://schemas.microsoft.com/office/drawing/2014/main" id="{64F21A08-88F7-87C5-9FA9-A121BF33CA3A}"/>
              </a:ext>
            </a:extLst>
          </p:cNvPr>
          <p:cNvSpPr/>
          <p:nvPr/>
        </p:nvSpPr>
        <p:spPr>
          <a:xfrm>
            <a:off x="5206569" y="5035146"/>
            <a:ext cx="216024" cy="216024"/>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Elipse 39">
            <a:extLst>
              <a:ext uri="{FF2B5EF4-FFF2-40B4-BE49-F238E27FC236}">
                <a16:creationId xmlns:a16="http://schemas.microsoft.com/office/drawing/2014/main" id="{D3CF3A0F-BF75-F2AD-F644-D2C6CA27F6E5}"/>
              </a:ext>
            </a:extLst>
          </p:cNvPr>
          <p:cNvSpPr/>
          <p:nvPr/>
        </p:nvSpPr>
        <p:spPr>
          <a:xfrm>
            <a:off x="5494694" y="5325887"/>
            <a:ext cx="216024" cy="218588"/>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Triángulo isósceles 40">
            <a:extLst>
              <a:ext uri="{FF2B5EF4-FFF2-40B4-BE49-F238E27FC236}">
                <a16:creationId xmlns:a16="http://schemas.microsoft.com/office/drawing/2014/main" id="{819A944A-539C-AC25-DB6F-87BF8A073853}"/>
              </a:ext>
            </a:extLst>
          </p:cNvPr>
          <p:cNvSpPr/>
          <p:nvPr/>
        </p:nvSpPr>
        <p:spPr>
          <a:xfrm>
            <a:off x="5179444" y="5301208"/>
            <a:ext cx="288032" cy="216024"/>
          </a:xfrm>
          <a:prstGeom prst="triangl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Rectángulo 41">
            <a:extLst>
              <a:ext uri="{FF2B5EF4-FFF2-40B4-BE49-F238E27FC236}">
                <a16:creationId xmlns:a16="http://schemas.microsoft.com/office/drawing/2014/main" id="{2ABED434-4267-E630-117E-55273B13635F}"/>
              </a:ext>
            </a:extLst>
          </p:cNvPr>
          <p:cNvSpPr/>
          <p:nvPr/>
        </p:nvSpPr>
        <p:spPr>
          <a:xfrm>
            <a:off x="6070944" y="5037394"/>
            <a:ext cx="216024" cy="216024"/>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Triángulo isósceles 43">
            <a:extLst>
              <a:ext uri="{FF2B5EF4-FFF2-40B4-BE49-F238E27FC236}">
                <a16:creationId xmlns:a16="http://schemas.microsoft.com/office/drawing/2014/main" id="{8B96D249-4D12-F3A0-D016-202D167B0A34}"/>
              </a:ext>
            </a:extLst>
          </p:cNvPr>
          <p:cNvSpPr/>
          <p:nvPr/>
        </p:nvSpPr>
        <p:spPr>
          <a:xfrm>
            <a:off x="6039336" y="5586773"/>
            <a:ext cx="288032" cy="216024"/>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Rectángulo 45">
            <a:extLst>
              <a:ext uri="{FF2B5EF4-FFF2-40B4-BE49-F238E27FC236}">
                <a16:creationId xmlns:a16="http://schemas.microsoft.com/office/drawing/2014/main" id="{4C35A872-97F2-EE1A-DF97-67BFCBC6B351}"/>
              </a:ext>
            </a:extLst>
          </p:cNvPr>
          <p:cNvSpPr/>
          <p:nvPr/>
        </p:nvSpPr>
        <p:spPr>
          <a:xfrm>
            <a:off x="7249784" y="4585784"/>
            <a:ext cx="1440000" cy="1439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47" name="Tabla 46">
            <a:extLst>
              <a:ext uri="{FF2B5EF4-FFF2-40B4-BE49-F238E27FC236}">
                <a16:creationId xmlns:a16="http://schemas.microsoft.com/office/drawing/2014/main" id="{3AB6F163-7BF8-9DB9-0B75-0B959B42952A}"/>
              </a:ext>
            </a:extLst>
          </p:cNvPr>
          <p:cNvGraphicFramePr>
            <a:graphicFrameLocks noGrp="1"/>
          </p:cNvGraphicFramePr>
          <p:nvPr>
            <p:extLst>
              <p:ext uri="{D42A27DB-BD31-4B8C-83A1-F6EECF244321}">
                <p14:modId xmlns:p14="http://schemas.microsoft.com/office/powerpoint/2010/main" val="4221651651"/>
              </p:ext>
            </p:extLst>
          </p:nvPr>
        </p:nvGraphicFramePr>
        <p:xfrm>
          <a:off x="7259640" y="4585784"/>
          <a:ext cx="1440000" cy="1440000"/>
        </p:xfrm>
        <a:graphic>
          <a:graphicData uri="http://schemas.openxmlformats.org/drawingml/2006/table">
            <a:tbl>
              <a:tblPr firstRow="1" bandRow="1">
                <a:tableStyleId>{5940675A-B579-460E-94D1-54222C63F5DA}</a:tableStyleId>
              </a:tblPr>
              <a:tblGrid>
                <a:gridCol w="288000">
                  <a:extLst>
                    <a:ext uri="{9D8B030D-6E8A-4147-A177-3AD203B41FA5}">
                      <a16:colId xmlns:a16="http://schemas.microsoft.com/office/drawing/2014/main" val="27721215"/>
                    </a:ext>
                  </a:extLst>
                </a:gridCol>
                <a:gridCol w="288000">
                  <a:extLst>
                    <a:ext uri="{9D8B030D-6E8A-4147-A177-3AD203B41FA5}">
                      <a16:colId xmlns:a16="http://schemas.microsoft.com/office/drawing/2014/main" val="980356576"/>
                    </a:ext>
                  </a:extLst>
                </a:gridCol>
                <a:gridCol w="288000">
                  <a:extLst>
                    <a:ext uri="{9D8B030D-6E8A-4147-A177-3AD203B41FA5}">
                      <a16:colId xmlns:a16="http://schemas.microsoft.com/office/drawing/2014/main" val="2261813538"/>
                    </a:ext>
                  </a:extLst>
                </a:gridCol>
                <a:gridCol w="288000">
                  <a:extLst>
                    <a:ext uri="{9D8B030D-6E8A-4147-A177-3AD203B41FA5}">
                      <a16:colId xmlns:a16="http://schemas.microsoft.com/office/drawing/2014/main" val="3239088562"/>
                    </a:ext>
                  </a:extLst>
                </a:gridCol>
                <a:gridCol w="288000">
                  <a:extLst>
                    <a:ext uri="{9D8B030D-6E8A-4147-A177-3AD203B41FA5}">
                      <a16:colId xmlns:a16="http://schemas.microsoft.com/office/drawing/2014/main" val="4106113023"/>
                    </a:ext>
                  </a:extLst>
                </a:gridCol>
              </a:tblGrid>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211370709"/>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2998237923"/>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3798047480"/>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3410662554"/>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extLst>
                  <a:ext uri="{0D108BD9-81ED-4DB2-BD59-A6C34878D82A}">
                    <a16:rowId xmlns:a16="http://schemas.microsoft.com/office/drawing/2014/main" val="2181535286"/>
                  </a:ext>
                </a:extLst>
              </a:tr>
            </a:tbl>
          </a:graphicData>
        </a:graphic>
      </p:graphicFrame>
      <p:sp>
        <p:nvSpPr>
          <p:cNvPr id="48" name="Rectángulo 47">
            <a:extLst>
              <a:ext uri="{FF2B5EF4-FFF2-40B4-BE49-F238E27FC236}">
                <a16:creationId xmlns:a16="http://schemas.microsoft.com/office/drawing/2014/main" id="{41A5E1C9-6908-1E8C-C23D-B3D56D844E83}"/>
              </a:ext>
            </a:extLst>
          </p:cNvPr>
          <p:cNvSpPr/>
          <p:nvPr/>
        </p:nvSpPr>
        <p:spPr>
          <a:xfrm>
            <a:off x="7727878" y="4757872"/>
            <a:ext cx="216024" cy="216024"/>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Rectángulo 48">
            <a:extLst>
              <a:ext uri="{FF2B5EF4-FFF2-40B4-BE49-F238E27FC236}">
                <a16:creationId xmlns:a16="http://schemas.microsoft.com/office/drawing/2014/main" id="{D18879C4-48E4-8892-DF09-CD825FBC4BC0}"/>
              </a:ext>
            </a:extLst>
          </p:cNvPr>
          <p:cNvSpPr/>
          <p:nvPr/>
        </p:nvSpPr>
        <p:spPr>
          <a:xfrm>
            <a:off x="7439753" y="5044793"/>
            <a:ext cx="216024" cy="216024"/>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Triángulo isósceles 50">
            <a:extLst>
              <a:ext uri="{FF2B5EF4-FFF2-40B4-BE49-F238E27FC236}">
                <a16:creationId xmlns:a16="http://schemas.microsoft.com/office/drawing/2014/main" id="{AF179A0A-3FD9-A52F-DF20-DEDC4E2D2556}"/>
              </a:ext>
            </a:extLst>
          </p:cNvPr>
          <p:cNvSpPr/>
          <p:nvPr/>
        </p:nvSpPr>
        <p:spPr>
          <a:xfrm>
            <a:off x="7412628" y="5310855"/>
            <a:ext cx="288032" cy="216024"/>
          </a:xfrm>
          <a:prstGeom prst="triangl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Rectángulo 51">
            <a:extLst>
              <a:ext uri="{FF2B5EF4-FFF2-40B4-BE49-F238E27FC236}">
                <a16:creationId xmlns:a16="http://schemas.microsoft.com/office/drawing/2014/main" id="{12217A46-4AAE-0A76-DC60-0697B061EEAB}"/>
              </a:ext>
            </a:extLst>
          </p:cNvPr>
          <p:cNvSpPr/>
          <p:nvPr/>
        </p:nvSpPr>
        <p:spPr>
          <a:xfrm>
            <a:off x="8304128" y="4755624"/>
            <a:ext cx="216024" cy="216024"/>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3" name="Triángulo isósceles 52">
            <a:extLst>
              <a:ext uri="{FF2B5EF4-FFF2-40B4-BE49-F238E27FC236}">
                <a16:creationId xmlns:a16="http://schemas.microsoft.com/office/drawing/2014/main" id="{374C9945-0AE5-8B64-D436-4228DF2A302D}"/>
              </a:ext>
            </a:extLst>
          </p:cNvPr>
          <p:cNvSpPr/>
          <p:nvPr/>
        </p:nvSpPr>
        <p:spPr>
          <a:xfrm>
            <a:off x="8267054" y="5325887"/>
            <a:ext cx="288032" cy="216024"/>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4" name="Rectángulo 53">
            <a:extLst>
              <a:ext uri="{FF2B5EF4-FFF2-40B4-BE49-F238E27FC236}">
                <a16:creationId xmlns:a16="http://schemas.microsoft.com/office/drawing/2014/main" id="{151FFB42-6FB3-E899-49CB-2EB18695A627}"/>
              </a:ext>
            </a:extLst>
          </p:cNvPr>
          <p:cNvSpPr/>
          <p:nvPr/>
        </p:nvSpPr>
        <p:spPr>
          <a:xfrm>
            <a:off x="9687342" y="4576488"/>
            <a:ext cx="1440000" cy="1439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5" name="Tabla 54">
            <a:extLst>
              <a:ext uri="{FF2B5EF4-FFF2-40B4-BE49-F238E27FC236}">
                <a16:creationId xmlns:a16="http://schemas.microsoft.com/office/drawing/2014/main" id="{E882D596-1FBD-0714-3466-6FFDB956CE86}"/>
              </a:ext>
            </a:extLst>
          </p:cNvPr>
          <p:cNvGraphicFramePr>
            <a:graphicFrameLocks noGrp="1"/>
          </p:cNvGraphicFramePr>
          <p:nvPr>
            <p:extLst>
              <p:ext uri="{D42A27DB-BD31-4B8C-83A1-F6EECF244321}">
                <p14:modId xmlns:p14="http://schemas.microsoft.com/office/powerpoint/2010/main" val="3121290455"/>
              </p:ext>
            </p:extLst>
          </p:nvPr>
        </p:nvGraphicFramePr>
        <p:xfrm>
          <a:off x="9697198" y="4576488"/>
          <a:ext cx="1440000" cy="1440000"/>
        </p:xfrm>
        <a:graphic>
          <a:graphicData uri="http://schemas.openxmlformats.org/drawingml/2006/table">
            <a:tbl>
              <a:tblPr firstRow="1" bandRow="1">
                <a:tableStyleId>{5940675A-B579-460E-94D1-54222C63F5DA}</a:tableStyleId>
              </a:tblPr>
              <a:tblGrid>
                <a:gridCol w="288000">
                  <a:extLst>
                    <a:ext uri="{9D8B030D-6E8A-4147-A177-3AD203B41FA5}">
                      <a16:colId xmlns:a16="http://schemas.microsoft.com/office/drawing/2014/main" val="27721215"/>
                    </a:ext>
                  </a:extLst>
                </a:gridCol>
                <a:gridCol w="288000">
                  <a:extLst>
                    <a:ext uri="{9D8B030D-6E8A-4147-A177-3AD203B41FA5}">
                      <a16:colId xmlns:a16="http://schemas.microsoft.com/office/drawing/2014/main" val="980356576"/>
                    </a:ext>
                  </a:extLst>
                </a:gridCol>
                <a:gridCol w="288000">
                  <a:extLst>
                    <a:ext uri="{9D8B030D-6E8A-4147-A177-3AD203B41FA5}">
                      <a16:colId xmlns:a16="http://schemas.microsoft.com/office/drawing/2014/main" val="2261813538"/>
                    </a:ext>
                  </a:extLst>
                </a:gridCol>
                <a:gridCol w="288000">
                  <a:extLst>
                    <a:ext uri="{9D8B030D-6E8A-4147-A177-3AD203B41FA5}">
                      <a16:colId xmlns:a16="http://schemas.microsoft.com/office/drawing/2014/main" val="3239088562"/>
                    </a:ext>
                  </a:extLst>
                </a:gridCol>
                <a:gridCol w="288000">
                  <a:extLst>
                    <a:ext uri="{9D8B030D-6E8A-4147-A177-3AD203B41FA5}">
                      <a16:colId xmlns:a16="http://schemas.microsoft.com/office/drawing/2014/main" val="4106113023"/>
                    </a:ext>
                  </a:extLst>
                </a:gridCol>
              </a:tblGrid>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211370709"/>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2998237923"/>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3798047480"/>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extLst>
                  <a:ext uri="{0D108BD9-81ED-4DB2-BD59-A6C34878D82A}">
                    <a16:rowId xmlns:a16="http://schemas.microsoft.com/office/drawing/2014/main" val="3410662554"/>
                  </a:ext>
                </a:extLst>
              </a:tr>
              <a:tr h="288000">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a:p>
                  </a:txBody>
                  <a:tcPr marL="63425" marR="63425" marT="31712" marB="31712"/>
                </a:tc>
                <a:tc>
                  <a:txBody>
                    <a:bodyPr/>
                    <a:lstStyle/>
                    <a:p>
                      <a:endParaRPr lang="es-ES" sz="1200" dirty="0"/>
                    </a:p>
                  </a:txBody>
                  <a:tcPr marL="63425" marR="63425" marT="31712" marB="31712"/>
                </a:tc>
                <a:extLst>
                  <a:ext uri="{0D108BD9-81ED-4DB2-BD59-A6C34878D82A}">
                    <a16:rowId xmlns:a16="http://schemas.microsoft.com/office/drawing/2014/main" val="2181535286"/>
                  </a:ext>
                </a:extLst>
              </a:tr>
            </a:tbl>
          </a:graphicData>
        </a:graphic>
      </p:graphicFrame>
      <p:sp>
        <p:nvSpPr>
          <p:cNvPr id="56" name="Rectángulo 55">
            <a:extLst>
              <a:ext uri="{FF2B5EF4-FFF2-40B4-BE49-F238E27FC236}">
                <a16:creationId xmlns:a16="http://schemas.microsoft.com/office/drawing/2014/main" id="{7B390F5A-EA86-78D0-831E-7F31193E7274}"/>
              </a:ext>
            </a:extLst>
          </p:cNvPr>
          <p:cNvSpPr/>
          <p:nvPr/>
        </p:nvSpPr>
        <p:spPr>
          <a:xfrm>
            <a:off x="10450798" y="4755624"/>
            <a:ext cx="216024" cy="216024"/>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7" name="Rectángulo 56">
            <a:extLst>
              <a:ext uri="{FF2B5EF4-FFF2-40B4-BE49-F238E27FC236}">
                <a16:creationId xmlns:a16="http://schemas.microsoft.com/office/drawing/2014/main" id="{3171A366-482E-5246-A352-D6A68D9F30AD}"/>
              </a:ext>
            </a:extLst>
          </p:cNvPr>
          <p:cNvSpPr/>
          <p:nvPr/>
        </p:nvSpPr>
        <p:spPr>
          <a:xfrm>
            <a:off x="10172361" y="5030329"/>
            <a:ext cx="216024" cy="216024"/>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Triángulo isósceles 57">
            <a:extLst>
              <a:ext uri="{FF2B5EF4-FFF2-40B4-BE49-F238E27FC236}">
                <a16:creationId xmlns:a16="http://schemas.microsoft.com/office/drawing/2014/main" id="{DE4C6B70-4165-A4F2-80DD-E3180755D333}"/>
              </a:ext>
            </a:extLst>
          </p:cNvPr>
          <p:cNvSpPr/>
          <p:nvPr/>
        </p:nvSpPr>
        <p:spPr>
          <a:xfrm>
            <a:off x="10129432" y="5296057"/>
            <a:ext cx="288032" cy="216024"/>
          </a:xfrm>
          <a:prstGeom prst="triangl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1" name="CuadroTexto 60">
            <a:extLst>
              <a:ext uri="{FF2B5EF4-FFF2-40B4-BE49-F238E27FC236}">
                <a16:creationId xmlns:a16="http://schemas.microsoft.com/office/drawing/2014/main" id="{A64E64CF-4B79-C12D-3156-4B6FCC9622D4}"/>
              </a:ext>
            </a:extLst>
          </p:cNvPr>
          <p:cNvSpPr txBox="1"/>
          <p:nvPr/>
        </p:nvSpPr>
        <p:spPr>
          <a:xfrm>
            <a:off x="9040651" y="5004309"/>
            <a:ext cx="305680" cy="438271"/>
          </a:xfrm>
          <a:prstGeom prst="rect">
            <a:avLst/>
          </a:prstGeom>
        </p:spPr>
        <p:txBody>
          <a:bodyPr vert="horz" wrap="square" lIns="0" tIns="7312" rIns="0" bIns="0" rtlCol="0">
            <a:spAutoFit/>
          </a:bodyPr>
          <a:lstStyle/>
          <a:p>
            <a:pPr marL="7696" algn="ctr">
              <a:spcBef>
                <a:spcPts val="600"/>
              </a:spcBef>
            </a:pPr>
            <a:r>
              <a:rPr lang="es-ES" sz="2800" dirty="0">
                <a:solidFill>
                  <a:schemeClr val="tx2"/>
                </a:solidFill>
                <a:cs typeface="Trebuchet MS"/>
              </a:rPr>
              <a:t>…</a:t>
            </a:r>
          </a:p>
        </p:txBody>
      </p:sp>
    </p:spTree>
    <p:extLst>
      <p:ext uri="{BB962C8B-B14F-4D97-AF65-F5344CB8AC3E}">
        <p14:creationId xmlns:p14="http://schemas.microsoft.com/office/powerpoint/2010/main" val="18960666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AE25C-BB56-B005-6886-83A5078B36E6}"/>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5FBEEC4D-330C-C30A-6966-0694805F4A0F}"/>
              </a:ext>
            </a:extLst>
          </p:cNvPr>
          <p:cNvSpPr>
            <a:spLocks noGrp="1"/>
          </p:cNvSpPr>
          <p:nvPr>
            <p:ph type="title"/>
          </p:nvPr>
        </p:nvSpPr>
        <p:spPr>
          <a:xfrm>
            <a:off x="335360" y="549276"/>
            <a:ext cx="5035130" cy="873124"/>
          </a:xfrm>
        </p:spPr>
        <p:txBody>
          <a:bodyPr/>
          <a:lstStyle/>
          <a:p>
            <a:r>
              <a:rPr lang="es-ES" dirty="0" err="1"/>
              <a:t>The</a:t>
            </a:r>
            <a:r>
              <a:rPr lang="es-ES" dirty="0"/>
              <a:t> </a:t>
            </a:r>
            <a:r>
              <a:rPr lang="es-ES" dirty="0" err="1"/>
              <a:t>challenge</a:t>
            </a:r>
            <a:r>
              <a:rPr lang="es-ES" dirty="0"/>
              <a:t>:</a:t>
            </a:r>
            <a:br>
              <a:rPr lang="es-ES" dirty="0"/>
            </a:br>
            <a:r>
              <a:rPr lang="es-ES" sz="2400" dirty="0" err="1">
                <a:solidFill>
                  <a:schemeClr val="accent1"/>
                </a:solidFill>
              </a:rPr>
              <a:t>What</a:t>
            </a:r>
            <a:r>
              <a:rPr lang="es-ES" sz="2400" dirty="0">
                <a:solidFill>
                  <a:schemeClr val="accent1"/>
                </a:solidFill>
              </a:rPr>
              <a:t> do I </a:t>
            </a:r>
            <a:r>
              <a:rPr lang="es-ES" sz="2400" dirty="0" err="1">
                <a:solidFill>
                  <a:schemeClr val="accent1"/>
                </a:solidFill>
              </a:rPr>
              <a:t>have</a:t>
            </a:r>
            <a:r>
              <a:rPr lang="es-ES" sz="2400" dirty="0">
                <a:solidFill>
                  <a:schemeClr val="accent1"/>
                </a:solidFill>
              </a:rPr>
              <a:t> </a:t>
            </a:r>
            <a:r>
              <a:rPr lang="es-ES" sz="2400" dirty="0" err="1">
                <a:solidFill>
                  <a:schemeClr val="accent1"/>
                </a:solidFill>
              </a:rPr>
              <a:t>to</a:t>
            </a:r>
            <a:r>
              <a:rPr lang="es-ES" sz="2400" dirty="0">
                <a:solidFill>
                  <a:schemeClr val="accent1"/>
                </a:solidFill>
              </a:rPr>
              <a:t> </a:t>
            </a:r>
            <a:r>
              <a:rPr lang="es-ES" sz="2400" dirty="0" err="1">
                <a:solidFill>
                  <a:schemeClr val="accent1"/>
                </a:solidFill>
              </a:rPr>
              <a:t>deliver</a:t>
            </a:r>
            <a:r>
              <a:rPr lang="es-ES" sz="2400" dirty="0">
                <a:solidFill>
                  <a:schemeClr val="accent1"/>
                </a:solidFill>
              </a:rPr>
              <a:t>?</a:t>
            </a:r>
            <a:endParaRPr lang="es-ES" dirty="0">
              <a:solidFill>
                <a:schemeClr val="accent1"/>
              </a:solidFill>
            </a:endParaRPr>
          </a:p>
        </p:txBody>
      </p:sp>
      <p:sp>
        <p:nvSpPr>
          <p:cNvPr id="11" name="Marcador de pie de página 10">
            <a:extLst>
              <a:ext uri="{FF2B5EF4-FFF2-40B4-BE49-F238E27FC236}">
                <a16:creationId xmlns:a16="http://schemas.microsoft.com/office/drawing/2014/main" id="{B1DB9855-6F5D-6B32-5C1F-44CC610A162D}"/>
              </a:ext>
            </a:extLst>
          </p:cNvPr>
          <p:cNvSpPr>
            <a:spLocks noGrp="1"/>
          </p:cNvSpPr>
          <p:nvPr>
            <p:ph type="ftr"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srgbClr val="004254"/>
                </a:solidFill>
                <a:effectLst/>
                <a:uLnTx/>
                <a:uFillTx/>
                <a:latin typeface="ForFuture Sans"/>
                <a:ea typeface="+mn-ea"/>
                <a:cs typeface="+mn-cs"/>
              </a:rPr>
              <a:t>INDRA • Quantum Hack • 13/12/2025</a:t>
            </a:r>
            <a:endParaRPr kumimoji="0" lang="es-ES" sz="800" b="0" i="0" u="none" strike="noStrike" kern="1200" cap="none" spc="0" normalizeH="0" baseline="0" noProof="0" dirty="0">
              <a:ln>
                <a:noFill/>
              </a:ln>
              <a:solidFill>
                <a:srgbClr val="004254"/>
              </a:solidFill>
              <a:effectLst/>
              <a:uLnTx/>
              <a:uFillTx/>
              <a:latin typeface="ForFuture Sans"/>
              <a:ea typeface="+mn-ea"/>
              <a:cs typeface="+mn-cs"/>
            </a:endParaRPr>
          </a:p>
        </p:txBody>
      </p:sp>
      <p:cxnSp>
        <p:nvCxnSpPr>
          <p:cNvPr id="27" name="Straight Connector 26">
            <a:extLst>
              <a:ext uri="{FF2B5EF4-FFF2-40B4-BE49-F238E27FC236}">
                <a16:creationId xmlns:a16="http://schemas.microsoft.com/office/drawing/2014/main" id="{CC61EE70-280C-61FA-9A77-63A2078AE17B}"/>
              </a:ext>
            </a:extLst>
          </p:cNvPr>
          <p:cNvCxnSpPr>
            <a:cxnSpLocks/>
          </p:cNvCxnSpPr>
          <p:nvPr/>
        </p:nvCxnSpPr>
        <p:spPr>
          <a:xfrm>
            <a:off x="5489291" y="0"/>
            <a:ext cx="0" cy="1478280"/>
          </a:xfrm>
          <a:prstGeom prst="line">
            <a:avLst/>
          </a:prstGeom>
          <a:noFill/>
          <a:ln w="6350" cap="flat" cmpd="sng" algn="ctr">
            <a:solidFill>
              <a:srgbClr val="004254"/>
            </a:solidFill>
            <a:prstDash val="solid"/>
            <a:miter lim="800000"/>
          </a:ln>
          <a:effectLst/>
        </p:spPr>
      </p:cxnSp>
      <p:sp>
        <p:nvSpPr>
          <p:cNvPr id="30" name="CuadroTexto 29">
            <a:extLst>
              <a:ext uri="{FF2B5EF4-FFF2-40B4-BE49-F238E27FC236}">
                <a16:creationId xmlns:a16="http://schemas.microsoft.com/office/drawing/2014/main" id="{75441894-712A-8EA0-BE8D-F45ECD9F772E}"/>
              </a:ext>
            </a:extLst>
          </p:cNvPr>
          <p:cNvSpPr txBox="1"/>
          <p:nvPr/>
        </p:nvSpPr>
        <p:spPr>
          <a:xfrm>
            <a:off x="5489291" y="844949"/>
            <a:ext cx="6096000" cy="615553"/>
          </a:xfrm>
          <a:prstGeom prst="rect">
            <a:avLst/>
          </a:prstGeom>
          <a:noFill/>
        </p:spPr>
        <p:txBody>
          <a:bodyPr wrap="square">
            <a:spAutoFit/>
          </a:bodyPr>
          <a:lstStyle/>
          <a:p>
            <a:pPr lvl="0" defTabSz="457200">
              <a:defRPr/>
            </a:pPr>
            <a:r>
              <a:rPr lang="es-ES" dirty="0">
                <a:solidFill>
                  <a:srgbClr val="E3E2DA">
                    <a:lumMod val="50000"/>
                  </a:srgbClr>
                </a:solidFill>
                <a:latin typeface="ForFuture Sans"/>
              </a:rPr>
              <a:t>And </a:t>
            </a:r>
            <a:r>
              <a:rPr lang="es-ES" dirty="0" err="1">
                <a:solidFill>
                  <a:srgbClr val="E3E2DA">
                    <a:lumMod val="50000"/>
                  </a:srgbClr>
                </a:solidFill>
                <a:latin typeface="ForFuture Sans"/>
              </a:rPr>
              <a:t>if</a:t>
            </a:r>
            <a:r>
              <a:rPr lang="es-ES" dirty="0">
                <a:solidFill>
                  <a:srgbClr val="E3E2DA">
                    <a:lumMod val="50000"/>
                  </a:srgbClr>
                </a:solidFill>
                <a:latin typeface="ForFuture Sans"/>
              </a:rPr>
              <a:t> </a:t>
            </a:r>
            <a:r>
              <a:rPr lang="es-ES" dirty="0" err="1">
                <a:solidFill>
                  <a:srgbClr val="E3E2DA">
                    <a:lumMod val="50000"/>
                  </a:srgbClr>
                </a:solidFill>
                <a:latin typeface="ForFuture Sans"/>
              </a:rPr>
              <a:t>you</a:t>
            </a:r>
            <a:r>
              <a:rPr lang="es-ES" dirty="0">
                <a:solidFill>
                  <a:srgbClr val="E3E2DA">
                    <a:lumMod val="50000"/>
                  </a:srgbClr>
                </a:solidFill>
                <a:latin typeface="ForFuture Sans"/>
              </a:rPr>
              <a:t> </a:t>
            </a:r>
            <a:r>
              <a:rPr lang="es-ES" dirty="0" err="1">
                <a:solidFill>
                  <a:srgbClr val="E3E2DA">
                    <a:lumMod val="50000"/>
                  </a:srgbClr>
                </a:solidFill>
                <a:latin typeface="ForFuture Sans"/>
              </a:rPr>
              <a:t>want</a:t>
            </a:r>
            <a:r>
              <a:rPr lang="es-ES" dirty="0">
                <a:solidFill>
                  <a:srgbClr val="E3E2DA">
                    <a:lumMod val="50000"/>
                  </a:srgbClr>
                </a:solidFill>
                <a:latin typeface="ForFuture Sans"/>
              </a:rPr>
              <a:t> more…</a:t>
            </a:r>
            <a:br>
              <a:rPr lang="es-ES" dirty="0"/>
            </a:br>
            <a:r>
              <a:rPr lang="es-ES" sz="1600" dirty="0" err="1">
                <a:solidFill>
                  <a:schemeClr val="accent1"/>
                </a:solidFill>
              </a:rPr>
              <a:t>Additional</a:t>
            </a:r>
            <a:r>
              <a:rPr lang="es-ES" sz="1600" dirty="0">
                <a:solidFill>
                  <a:schemeClr val="accent1"/>
                </a:solidFill>
              </a:rPr>
              <a:t> </a:t>
            </a:r>
            <a:r>
              <a:rPr lang="es-ES" sz="1600" dirty="0" err="1">
                <a:solidFill>
                  <a:schemeClr val="accent1"/>
                </a:solidFill>
              </a:rPr>
              <a:t>challenges</a:t>
            </a:r>
            <a:endParaRPr kumimoji="0" lang="es-ES" sz="1800" b="0" i="0" u="none" strike="noStrike" kern="1200" cap="none" spc="0" normalizeH="0" baseline="0" noProof="0" dirty="0">
              <a:ln>
                <a:noFill/>
              </a:ln>
              <a:solidFill>
                <a:srgbClr val="E3E2DA">
                  <a:lumMod val="50000"/>
                </a:srgbClr>
              </a:solidFill>
              <a:effectLst/>
              <a:uLnTx/>
              <a:uFillTx/>
              <a:latin typeface="ForFuture Sans"/>
              <a:ea typeface="+mn-ea"/>
              <a:cs typeface="+mn-cs"/>
            </a:endParaRPr>
          </a:p>
        </p:txBody>
      </p:sp>
      <p:sp>
        <p:nvSpPr>
          <p:cNvPr id="3" name="object 4">
            <a:extLst>
              <a:ext uri="{FF2B5EF4-FFF2-40B4-BE49-F238E27FC236}">
                <a16:creationId xmlns:a16="http://schemas.microsoft.com/office/drawing/2014/main" id="{2EE0FE9A-2B53-17C7-DA65-5350F2E25CE8}"/>
              </a:ext>
            </a:extLst>
          </p:cNvPr>
          <p:cNvSpPr txBox="1"/>
          <p:nvPr/>
        </p:nvSpPr>
        <p:spPr>
          <a:xfrm>
            <a:off x="335359" y="1422400"/>
            <a:ext cx="4896542" cy="1585049"/>
          </a:xfrm>
          <a:prstGeom prst="rect">
            <a:avLst/>
          </a:prstGeom>
        </p:spPr>
        <p:txBody>
          <a:bodyPr vert="horz" wrap="square" lIns="0" tIns="0" rIns="0" bIns="0" rtlCol="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Your</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principal </a:t>
            </a:r>
            <a:r>
              <a:rPr kumimoji="0" lang="es-ES" sz="1100" b="0" i="0" u="none" strike="noStrike" kern="1200" cap="none" spc="0" normalizeH="0" baseline="0" noProof="0" dirty="0" err="1">
                <a:ln>
                  <a:noFill/>
                </a:ln>
                <a:solidFill>
                  <a:srgbClr val="004254"/>
                </a:solidFill>
                <a:effectLst/>
                <a:uLnTx/>
                <a:uFillTx/>
                <a:latin typeface="ForFuture Sans"/>
                <a:ea typeface="+mn-ea"/>
                <a:cs typeface="+mn-cs"/>
              </a:rPr>
              <a:t>objectives</a:t>
            </a:r>
            <a:r>
              <a:rPr kumimoji="0" lang="es-ES" sz="1100" b="0" i="0" u="none" strike="noStrike" kern="1200" cap="none" spc="0" normalizeH="0" baseline="0" noProof="0" dirty="0">
                <a:ln>
                  <a:noFill/>
                </a:ln>
                <a:solidFill>
                  <a:srgbClr val="004254"/>
                </a:solidFill>
                <a:effectLst/>
                <a:uLnTx/>
                <a:uFillTx/>
                <a:latin typeface="ForFuture Sans"/>
                <a:ea typeface="+mn-ea"/>
                <a:cs typeface="+mn-cs"/>
              </a:rPr>
              <a:t> are:</a:t>
            </a: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s-ES" sz="1100" dirty="0" err="1">
                <a:solidFill>
                  <a:srgbClr val="004254"/>
                </a:solidFill>
                <a:latin typeface="ForFuture Sans"/>
              </a:rPr>
              <a:t>To</a:t>
            </a:r>
            <a:r>
              <a:rPr lang="es-ES" sz="1100" dirty="0">
                <a:solidFill>
                  <a:srgbClr val="004254"/>
                </a:solidFill>
                <a:latin typeface="ForFuture Sans"/>
              </a:rPr>
              <a:t> use Quantum Computing </a:t>
            </a:r>
            <a:r>
              <a:rPr lang="es-ES" sz="1100" dirty="0" err="1">
                <a:solidFill>
                  <a:srgbClr val="004254"/>
                </a:solidFill>
                <a:latin typeface="ForFuture Sans"/>
              </a:rPr>
              <a:t>to</a:t>
            </a:r>
            <a:r>
              <a:rPr lang="es-ES" sz="1100" dirty="0">
                <a:solidFill>
                  <a:srgbClr val="004254"/>
                </a:solidFill>
                <a:latin typeface="ForFuture Sans"/>
              </a:rPr>
              <a:t> </a:t>
            </a:r>
            <a:r>
              <a:rPr lang="es-ES" sz="1100" dirty="0" err="1">
                <a:solidFill>
                  <a:srgbClr val="004254"/>
                </a:solidFill>
                <a:latin typeface="ForFuture Sans"/>
              </a:rPr>
              <a:t>simulate</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movement</a:t>
            </a:r>
            <a:r>
              <a:rPr lang="es-ES" sz="1100" dirty="0">
                <a:solidFill>
                  <a:srgbClr val="004254"/>
                </a:solidFill>
                <a:latin typeface="ForFuture Sans"/>
              </a:rPr>
              <a:t> </a:t>
            </a:r>
            <a:r>
              <a:rPr lang="es-ES" sz="1100" dirty="0" err="1">
                <a:solidFill>
                  <a:srgbClr val="004254"/>
                </a:solidFill>
                <a:latin typeface="ForFuture Sans"/>
              </a:rPr>
              <a:t>of</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Quantum </a:t>
            </a:r>
            <a:r>
              <a:rPr lang="es-ES" sz="1100" dirty="0" err="1">
                <a:solidFill>
                  <a:srgbClr val="004254"/>
                </a:solidFill>
                <a:latin typeface="ForFuture Sans"/>
              </a:rPr>
              <a:t>Team</a:t>
            </a:r>
            <a:r>
              <a:rPr lang="es-ES" sz="1100" dirty="0">
                <a:solidFill>
                  <a:srgbClr val="004254"/>
                </a:solidFill>
                <a:latin typeface="ForFuture Sans"/>
              </a:rPr>
              <a:t> </a:t>
            </a:r>
            <a:r>
              <a:rPr lang="es-ES" sz="1100" dirty="0" err="1">
                <a:solidFill>
                  <a:srgbClr val="004254"/>
                </a:solidFill>
                <a:latin typeface="ForFuture Sans"/>
              </a:rPr>
              <a:t>depending</a:t>
            </a:r>
            <a:r>
              <a:rPr lang="es-ES" sz="1100" dirty="0">
                <a:solidFill>
                  <a:srgbClr val="004254"/>
                </a:solidFill>
                <a:latin typeface="ForFuture Sans"/>
              </a:rPr>
              <a:t> </a:t>
            </a:r>
            <a:r>
              <a:rPr lang="es-ES" sz="1100" dirty="0" err="1">
                <a:solidFill>
                  <a:srgbClr val="004254"/>
                </a:solidFill>
                <a:latin typeface="ForFuture Sans"/>
              </a:rPr>
              <a:t>on</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behaviour</a:t>
            </a:r>
            <a:r>
              <a:rPr lang="es-ES" sz="1100" dirty="0">
                <a:solidFill>
                  <a:srgbClr val="004254"/>
                </a:solidFill>
                <a:latin typeface="ForFuture Sans"/>
              </a:rPr>
              <a:t> </a:t>
            </a:r>
            <a:r>
              <a:rPr lang="es-ES" sz="1100" dirty="0" err="1">
                <a:solidFill>
                  <a:srgbClr val="004254"/>
                </a:solidFill>
                <a:latin typeface="ForFuture Sans"/>
              </a:rPr>
              <a:t>of</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Classical</a:t>
            </a:r>
            <a:r>
              <a:rPr lang="es-ES" sz="1100" dirty="0">
                <a:solidFill>
                  <a:srgbClr val="004254"/>
                </a:solidFill>
                <a:latin typeface="ForFuture Sans"/>
              </a:rPr>
              <a:t> </a:t>
            </a:r>
            <a:r>
              <a:rPr lang="es-ES" sz="1100" dirty="0" err="1">
                <a:solidFill>
                  <a:srgbClr val="004254"/>
                </a:solidFill>
                <a:latin typeface="ForFuture Sans"/>
              </a:rPr>
              <a:t>Team</a:t>
            </a:r>
            <a:r>
              <a:rPr lang="es-ES" sz="1100" dirty="0">
                <a:solidFill>
                  <a:srgbClr val="004254"/>
                </a:solidFill>
                <a:latin typeface="ForFuture Sans"/>
              </a:rPr>
              <a:t>.</a:t>
            </a: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ES" sz="1100" i="0" u="none" strike="noStrike" kern="1200" cap="none" spc="0" normalizeH="0" baseline="0" noProof="0" dirty="0" err="1">
                <a:ln>
                  <a:noFill/>
                </a:ln>
                <a:solidFill>
                  <a:srgbClr val="004254"/>
                </a:solidFill>
                <a:effectLst/>
                <a:uLnTx/>
                <a:uFillTx/>
                <a:latin typeface="ForFuture Sans"/>
                <a:ea typeface="+mn-ea"/>
                <a:cs typeface="+mn-cs"/>
              </a:rPr>
              <a:t>To</a:t>
            </a:r>
            <a:r>
              <a:rPr kumimoji="0" lang="es-ES" sz="1100" i="0" u="none" strike="noStrike" kern="1200" cap="none" spc="0" normalizeH="0" baseline="0" noProof="0" dirty="0">
                <a:ln>
                  <a:noFill/>
                </a:ln>
                <a:solidFill>
                  <a:srgbClr val="004254"/>
                </a:solidFill>
                <a:effectLst/>
                <a:uLnTx/>
                <a:uFillTx/>
                <a:latin typeface="ForFuture Sans"/>
                <a:ea typeface="+mn-ea"/>
                <a:cs typeface="+mn-cs"/>
              </a:rPr>
              <a:t> </a:t>
            </a:r>
            <a:r>
              <a:rPr lang="es-ES" sz="1100" dirty="0" err="1">
                <a:solidFill>
                  <a:srgbClr val="004254"/>
                </a:solidFill>
                <a:latin typeface="ForFuture Sans"/>
              </a:rPr>
              <a:t>study</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effect</a:t>
            </a:r>
            <a:r>
              <a:rPr lang="es-ES" sz="1100" dirty="0">
                <a:solidFill>
                  <a:srgbClr val="004254"/>
                </a:solidFill>
                <a:latin typeface="ForFuture Sans"/>
              </a:rPr>
              <a:t> </a:t>
            </a:r>
            <a:r>
              <a:rPr lang="es-ES" sz="1100" dirty="0" err="1">
                <a:solidFill>
                  <a:srgbClr val="004254"/>
                </a:solidFill>
                <a:latin typeface="ForFuture Sans"/>
              </a:rPr>
              <a:t>of</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quantum </a:t>
            </a:r>
            <a:r>
              <a:rPr lang="es-ES" sz="1100" dirty="0" err="1">
                <a:solidFill>
                  <a:srgbClr val="004254"/>
                </a:solidFill>
                <a:latin typeface="ForFuture Sans"/>
              </a:rPr>
              <a:t>decision</a:t>
            </a:r>
            <a:r>
              <a:rPr lang="es-ES" sz="1100" dirty="0">
                <a:solidFill>
                  <a:srgbClr val="004254"/>
                </a:solidFill>
                <a:latin typeface="ForFuture Sans"/>
              </a:rPr>
              <a:t> </a:t>
            </a:r>
            <a:r>
              <a:rPr lang="es-ES" sz="1100" dirty="0" err="1">
                <a:solidFill>
                  <a:srgbClr val="004254"/>
                </a:solidFill>
                <a:latin typeface="ForFuture Sans"/>
              </a:rPr>
              <a:t>parameters</a:t>
            </a:r>
            <a:r>
              <a:rPr lang="es-ES" sz="1100" dirty="0">
                <a:solidFill>
                  <a:srgbClr val="004254"/>
                </a:solidFill>
                <a:latin typeface="ForFuture Sans"/>
              </a:rPr>
              <a:t> </a:t>
            </a:r>
            <a:r>
              <a:rPr lang="es-ES" sz="1100" dirty="0" err="1">
                <a:solidFill>
                  <a:srgbClr val="004254"/>
                </a:solidFill>
                <a:latin typeface="ForFuture Sans"/>
              </a:rPr>
              <a:t>on</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efficiency</a:t>
            </a:r>
            <a:r>
              <a:rPr lang="es-ES" sz="1100" dirty="0">
                <a:solidFill>
                  <a:srgbClr val="004254"/>
                </a:solidFill>
                <a:latin typeface="ForFuture Sans"/>
              </a:rPr>
              <a:t> </a:t>
            </a:r>
            <a:r>
              <a:rPr lang="es-ES" sz="1100" dirty="0" err="1">
                <a:solidFill>
                  <a:srgbClr val="004254"/>
                </a:solidFill>
                <a:latin typeface="ForFuture Sans"/>
              </a:rPr>
              <a:t>of</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Quantum </a:t>
            </a:r>
            <a:r>
              <a:rPr lang="es-ES" sz="1100" dirty="0" err="1">
                <a:solidFill>
                  <a:srgbClr val="004254"/>
                </a:solidFill>
                <a:latin typeface="ForFuture Sans"/>
              </a:rPr>
              <a:t>Team</a:t>
            </a:r>
            <a:r>
              <a:rPr kumimoji="0" lang="es-ES" sz="1100" i="0" u="none" strike="noStrike" kern="1200" cap="none" spc="0" normalizeH="0" baseline="0" noProof="0" dirty="0">
                <a:ln>
                  <a:noFill/>
                </a:ln>
                <a:solidFill>
                  <a:srgbClr val="004254"/>
                </a:solidFill>
                <a:effectLst/>
                <a:uLnTx/>
                <a:uFillTx/>
                <a:latin typeface="ForFuture Sans"/>
                <a:ea typeface="+mn-ea"/>
                <a:cs typeface="+mn-cs"/>
              </a:rPr>
              <a:t>.</a:t>
            </a: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s-ES" sz="1100" dirty="0" err="1">
                <a:solidFill>
                  <a:srgbClr val="004254"/>
                </a:solidFill>
                <a:latin typeface="ForFuture Sans"/>
              </a:rPr>
              <a:t>To</a:t>
            </a:r>
            <a:r>
              <a:rPr lang="es-ES" sz="1100" dirty="0">
                <a:solidFill>
                  <a:srgbClr val="004254"/>
                </a:solidFill>
                <a:latin typeface="ForFuture Sans"/>
              </a:rPr>
              <a:t> </a:t>
            </a:r>
            <a:r>
              <a:rPr lang="es-ES" sz="1100" dirty="0" err="1">
                <a:solidFill>
                  <a:srgbClr val="004254"/>
                </a:solidFill>
                <a:latin typeface="ForFuture Sans"/>
              </a:rPr>
              <a:t>optimize</a:t>
            </a:r>
            <a:r>
              <a:rPr lang="es-ES" sz="1100" dirty="0">
                <a:solidFill>
                  <a:srgbClr val="004254"/>
                </a:solidFill>
                <a:latin typeface="ForFuture Sans"/>
              </a:rPr>
              <a:t> </a:t>
            </a:r>
            <a:r>
              <a:rPr lang="es-ES" sz="1100" dirty="0" err="1">
                <a:solidFill>
                  <a:srgbClr val="004254"/>
                </a:solidFill>
                <a:latin typeface="ForFuture Sans"/>
              </a:rPr>
              <a:t>those</a:t>
            </a:r>
            <a:r>
              <a:rPr lang="es-ES" sz="1100" dirty="0">
                <a:solidFill>
                  <a:srgbClr val="004254"/>
                </a:solidFill>
                <a:latin typeface="ForFuture Sans"/>
              </a:rPr>
              <a:t> </a:t>
            </a:r>
            <a:r>
              <a:rPr lang="es-ES" sz="1100" dirty="0" err="1">
                <a:solidFill>
                  <a:srgbClr val="004254"/>
                </a:solidFill>
                <a:latin typeface="ForFuture Sans"/>
              </a:rPr>
              <a:t>parameters</a:t>
            </a:r>
            <a:r>
              <a:rPr lang="es-ES" sz="1100" dirty="0">
                <a:solidFill>
                  <a:srgbClr val="004254"/>
                </a:solidFill>
                <a:latin typeface="ForFuture Sans"/>
              </a:rPr>
              <a:t> and, in </a:t>
            </a:r>
            <a:r>
              <a:rPr lang="es-ES" sz="1100" dirty="0" err="1">
                <a:solidFill>
                  <a:srgbClr val="004254"/>
                </a:solidFill>
                <a:latin typeface="ForFuture Sans"/>
              </a:rPr>
              <a:t>doing</a:t>
            </a:r>
            <a:r>
              <a:rPr lang="es-ES" sz="1100" dirty="0">
                <a:solidFill>
                  <a:srgbClr val="004254"/>
                </a:solidFill>
                <a:latin typeface="ForFuture Sans"/>
              </a:rPr>
              <a:t> so,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movement</a:t>
            </a:r>
            <a:r>
              <a:rPr lang="es-ES" sz="1100" dirty="0">
                <a:solidFill>
                  <a:srgbClr val="004254"/>
                </a:solidFill>
                <a:latin typeface="ForFuture Sans"/>
              </a:rPr>
              <a:t> </a:t>
            </a:r>
            <a:r>
              <a:rPr lang="es-ES" sz="1100" dirty="0" err="1">
                <a:solidFill>
                  <a:srgbClr val="004254"/>
                </a:solidFill>
                <a:latin typeface="ForFuture Sans"/>
              </a:rPr>
              <a:t>of</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Quantum </a:t>
            </a:r>
            <a:r>
              <a:rPr lang="es-ES" sz="1100" dirty="0" err="1">
                <a:solidFill>
                  <a:srgbClr val="004254"/>
                </a:solidFill>
                <a:latin typeface="ForFuture Sans"/>
              </a:rPr>
              <a:t>Team’s</a:t>
            </a:r>
            <a:r>
              <a:rPr lang="es-ES" sz="1100" dirty="0">
                <a:solidFill>
                  <a:srgbClr val="004254"/>
                </a:solidFill>
                <a:latin typeface="ForFuture Sans"/>
              </a:rPr>
              <a:t> </a:t>
            </a:r>
            <a:r>
              <a:rPr lang="es-ES" sz="1100" dirty="0" err="1">
                <a:solidFill>
                  <a:srgbClr val="004254"/>
                </a:solidFill>
                <a:latin typeface="ForFuture Sans"/>
              </a:rPr>
              <a:t>units</a:t>
            </a:r>
            <a:r>
              <a:rPr lang="es-ES" sz="1100" dirty="0">
                <a:solidFill>
                  <a:srgbClr val="004254"/>
                </a:solidFill>
                <a:latin typeface="ForFuture Sans"/>
              </a:rPr>
              <a:t> so </a:t>
            </a:r>
            <a:r>
              <a:rPr lang="es-ES" sz="1100" dirty="0" err="1">
                <a:solidFill>
                  <a:srgbClr val="004254"/>
                </a:solidFill>
                <a:latin typeface="ForFuture Sans"/>
              </a:rPr>
              <a:t>that</a:t>
            </a:r>
            <a:r>
              <a:rPr lang="es-ES" sz="1100" dirty="0">
                <a:solidFill>
                  <a:srgbClr val="004254"/>
                </a:solidFill>
                <a:latin typeface="ForFuture Sans"/>
              </a:rPr>
              <a:t> </a:t>
            </a:r>
            <a:r>
              <a:rPr lang="es-ES" sz="1100" dirty="0" err="1">
                <a:solidFill>
                  <a:srgbClr val="004254"/>
                </a:solidFill>
                <a:latin typeface="ForFuture Sans"/>
              </a:rPr>
              <a:t>they</a:t>
            </a:r>
            <a:r>
              <a:rPr lang="es-ES" sz="1100" dirty="0">
                <a:solidFill>
                  <a:srgbClr val="004254"/>
                </a:solidFill>
                <a:latin typeface="ForFuture Sans"/>
              </a:rPr>
              <a:t> </a:t>
            </a:r>
            <a:r>
              <a:rPr lang="es-ES" sz="1100" dirty="0" err="1">
                <a:solidFill>
                  <a:srgbClr val="004254"/>
                </a:solidFill>
                <a:latin typeface="ForFuture Sans"/>
              </a:rPr>
              <a:t>win</a:t>
            </a:r>
            <a:r>
              <a:rPr lang="es-ES" sz="1100" dirty="0">
                <a:solidFill>
                  <a:srgbClr val="004254"/>
                </a:solidFill>
                <a:latin typeface="ForFuture Sans"/>
              </a:rPr>
              <a:t> </a:t>
            </a:r>
            <a:r>
              <a:rPr lang="es-ES" sz="1100" dirty="0" err="1">
                <a:solidFill>
                  <a:srgbClr val="004254"/>
                </a:solidFill>
                <a:latin typeface="ForFuture Sans"/>
              </a:rPr>
              <a:t>most</a:t>
            </a:r>
            <a:r>
              <a:rPr lang="es-ES" sz="1100" dirty="0">
                <a:solidFill>
                  <a:srgbClr val="004254"/>
                </a:solidFill>
                <a:latin typeface="ForFuture Sans"/>
              </a:rPr>
              <a:t> </a:t>
            </a:r>
            <a:r>
              <a:rPr lang="es-ES" sz="1100" dirty="0" err="1">
                <a:solidFill>
                  <a:srgbClr val="004254"/>
                </a:solidFill>
                <a:latin typeface="ForFuture Sans"/>
              </a:rPr>
              <a:t>of</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simulated</a:t>
            </a:r>
            <a:r>
              <a:rPr lang="es-ES" sz="1100" dirty="0">
                <a:solidFill>
                  <a:srgbClr val="004254"/>
                </a:solidFill>
                <a:latin typeface="ForFuture Sans"/>
              </a:rPr>
              <a:t> </a:t>
            </a:r>
            <a:r>
              <a:rPr lang="es-ES" sz="1100" dirty="0" err="1">
                <a:solidFill>
                  <a:srgbClr val="004254"/>
                </a:solidFill>
                <a:latin typeface="ForFuture Sans"/>
              </a:rPr>
              <a:t>scenarios</a:t>
            </a:r>
            <a:r>
              <a:rPr lang="es-ES" sz="1100" dirty="0">
                <a:solidFill>
                  <a:srgbClr val="004254"/>
                </a:solidFill>
                <a:latin typeface="ForFuture Sans"/>
              </a:rPr>
              <a:t>.</a:t>
            </a:r>
            <a:endParaRPr kumimoji="0" lang="es-ES" sz="1100" i="0" u="none" strike="noStrike" kern="1200" cap="none" spc="0" normalizeH="0" baseline="0" noProof="0" dirty="0">
              <a:ln>
                <a:noFill/>
              </a:ln>
              <a:solidFill>
                <a:srgbClr val="004254"/>
              </a:solidFill>
              <a:effectLst/>
              <a:uLnTx/>
              <a:uFillTx/>
              <a:latin typeface="ForFuture Sans"/>
              <a:ea typeface="+mn-ea"/>
              <a:cs typeface="+mn-cs"/>
            </a:endParaRPr>
          </a:p>
        </p:txBody>
      </p:sp>
      <p:sp>
        <p:nvSpPr>
          <p:cNvPr id="2" name="object 4">
            <a:extLst>
              <a:ext uri="{FF2B5EF4-FFF2-40B4-BE49-F238E27FC236}">
                <a16:creationId xmlns:a16="http://schemas.microsoft.com/office/drawing/2014/main" id="{6A42B3FF-630C-82F7-C519-ECDACC67A25F}"/>
              </a:ext>
            </a:extLst>
          </p:cNvPr>
          <p:cNvSpPr txBox="1"/>
          <p:nvPr/>
        </p:nvSpPr>
        <p:spPr>
          <a:xfrm>
            <a:off x="334963" y="4973935"/>
            <a:ext cx="4896542" cy="169277"/>
          </a:xfrm>
          <a:prstGeom prst="rect">
            <a:avLst/>
          </a:prstGeom>
        </p:spPr>
        <p:txBody>
          <a:bodyPr vert="horz" wrap="square" lIns="0" tIns="0" rIns="0" bIns="0" rtlCol="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s-ES" sz="1100" b="1" i="0" u="none" strike="noStrike" kern="1200" cap="none" spc="0" normalizeH="0" baseline="0" noProof="0" dirty="0" err="1">
                <a:ln>
                  <a:noFill/>
                </a:ln>
                <a:solidFill>
                  <a:schemeClr val="accent1"/>
                </a:solidFill>
                <a:effectLst/>
                <a:uLnTx/>
                <a:uFillTx/>
                <a:latin typeface="ForFuture Sans"/>
                <a:ea typeface="+mn-ea"/>
                <a:cs typeface="+mn-cs"/>
              </a:rPr>
              <a:t>Some</a:t>
            </a:r>
            <a:r>
              <a:rPr kumimoji="0" lang="es-ES" sz="1100" b="1" i="0" u="none" strike="noStrike" kern="1200" cap="none" spc="0" normalizeH="0" baseline="0" noProof="0" dirty="0">
                <a:ln>
                  <a:noFill/>
                </a:ln>
                <a:solidFill>
                  <a:schemeClr val="accent1"/>
                </a:solidFill>
                <a:effectLst/>
                <a:uLnTx/>
                <a:uFillTx/>
                <a:latin typeface="ForFuture Sans"/>
                <a:ea typeface="+mn-ea"/>
                <a:cs typeface="+mn-cs"/>
              </a:rPr>
              <a:t> </a:t>
            </a:r>
            <a:r>
              <a:rPr kumimoji="0" lang="es-ES" sz="1100" b="1" i="0" u="none" strike="noStrike" kern="1200" cap="none" spc="0" normalizeH="0" baseline="0" noProof="0" dirty="0" err="1">
                <a:ln>
                  <a:noFill/>
                </a:ln>
                <a:solidFill>
                  <a:schemeClr val="accent1"/>
                </a:solidFill>
                <a:effectLst/>
                <a:uLnTx/>
                <a:uFillTx/>
                <a:latin typeface="ForFuture Sans"/>
                <a:ea typeface="+mn-ea"/>
                <a:cs typeface="+mn-cs"/>
              </a:rPr>
              <a:t>tips</a:t>
            </a:r>
            <a:endParaRPr kumimoji="0" lang="es-ES" sz="1100" b="1" i="0" u="none" strike="noStrike" kern="1200" cap="none" spc="0" normalizeH="0" baseline="0" noProof="0" dirty="0">
              <a:ln>
                <a:noFill/>
              </a:ln>
              <a:solidFill>
                <a:schemeClr val="accent1"/>
              </a:solidFill>
              <a:effectLst/>
              <a:uLnTx/>
              <a:uFillTx/>
              <a:latin typeface="ForFuture Sans"/>
              <a:ea typeface="+mn-ea"/>
              <a:cs typeface="+mn-cs"/>
            </a:endParaRPr>
          </a:p>
        </p:txBody>
      </p:sp>
      <p:sp>
        <p:nvSpPr>
          <p:cNvPr id="6" name="object 4">
            <a:extLst>
              <a:ext uri="{FF2B5EF4-FFF2-40B4-BE49-F238E27FC236}">
                <a16:creationId xmlns:a16="http://schemas.microsoft.com/office/drawing/2014/main" id="{A1E8EAC4-0F43-A9B1-DC57-F3E34091F348}"/>
              </a:ext>
            </a:extLst>
          </p:cNvPr>
          <p:cNvSpPr txBox="1"/>
          <p:nvPr/>
        </p:nvSpPr>
        <p:spPr>
          <a:xfrm>
            <a:off x="334963" y="3175084"/>
            <a:ext cx="4896542" cy="1631216"/>
          </a:xfrm>
          <a:prstGeom prst="rect">
            <a:avLst/>
          </a:prstGeom>
        </p:spPr>
        <p:txBody>
          <a:bodyPr vert="horz" wrap="square" lIns="0" tIns="0" rIns="0" bIns="0" rtlCol="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s-ES" sz="1400" b="1" i="0" u="none" strike="noStrike" kern="1200" cap="none" spc="0" normalizeH="0" baseline="0" noProof="0" dirty="0" err="1">
                <a:ln>
                  <a:noFill/>
                </a:ln>
                <a:solidFill>
                  <a:schemeClr val="accent1"/>
                </a:solidFill>
                <a:effectLst/>
                <a:uLnTx/>
                <a:uFillTx/>
                <a:latin typeface="ForFuture Sans"/>
                <a:ea typeface="+mn-ea"/>
                <a:cs typeface="+mn-cs"/>
              </a:rPr>
              <a:t>Deliverables</a:t>
            </a:r>
            <a:endParaRPr kumimoji="0" lang="es-ES" sz="1400" b="1" i="0" u="none" strike="noStrike" kern="1200" cap="none" spc="0" normalizeH="0" baseline="0" noProof="0" dirty="0">
              <a:ln>
                <a:noFill/>
              </a:ln>
              <a:solidFill>
                <a:schemeClr val="accent1"/>
              </a:solidFill>
              <a:effectLst/>
              <a:uLnTx/>
              <a:uFillTx/>
              <a:latin typeface="ForFuture Sans"/>
              <a:ea typeface="+mn-ea"/>
              <a:cs typeface="+mn-cs"/>
            </a:endParaRPr>
          </a:p>
          <a:p>
            <a:pPr lvl="0" defTabSz="457200">
              <a:spcAft>
                <a:spcPts val="600"/>
              </a:spcAft>
              <a:defRPr/>
            </a:pPr>
            <a:r>
              <a:rPr kumimoji="0" lang="es-ES" sz="1100" i="0" u="none" strike="noStrike" kern="1200" cap="none" spc="0" normalizeH="0" baseline="0" noProof="0" dirty="0" err="1">
                <a:ln>
                  <a:noFill/>
                </a:ln>
                <a:effectLst/>
                <a:uLnTx/>
                <a:uFillTx/>
                <a:latin typeface="ForFuture Sans"/>
                <a:ea typeface="+mn-ea"/>
                <a:cs typeface="+mn-cs"/>
              </a:rPr>
              <a:t>You</a:t>
            </a:r>
            <a:r>
              <a:rPr kumimoji="0" lang="es-ES" sz="1100" i="0" u="none" strike="noStrike" kern="1200" cap="none" spc="0" normalizeH="0" baseline="0" noProof="0" dirty="0">
                <a:ln>
                  <a:noFill/>
                </a:ln>
                <a:effectLst/>
                <a:uLnTx/>
                <a:uFillTx/>
                <a:latin typeface="ForFuture Sans"/>
                <a:ea typeface="+mn-ea"/>
                <a:cs typeface="+mn-cs"/>
              </a:rPr>
              <a:t> </a:t>
            </a:r>
            <a:r>
              <a:rPr kumimoji="0" lang="es-ES" sz="1100" i="0" u="none" strike="noStrike" kern="1200" cap="none" spc="0" normalizeH="0" baseline="0" noProof="0" dirty="0" err="1">
                <a:ln>
                  <a:noFill/>
                </a:ln>
                <a:effectLst/>
                <a:uLnTx/>
                <a:uFillTx/>
                <a:latin typeface="ForFuture Sans"/>
                <a:ea typeface="+mn-ea"/>
                <a:cs typeface="+mn-cs"/>
              </a:rPr>
              <a:t>will</a:t>
            </a:r>
            <a:r>
              <a:rPr kumimoji="0" lang="es-ES" sz="1100" i="0" u="none" strike="noStrike" kern="1200" cap="none" spc="0" normalizeH="0" baseline="0" noProof="0" dirty="0">
                <a:ln>
                  <a:noFill/>
                </a:ln>
                <a:effectLst/>
                <a:uLnTx/>
                <a:uFillTx/>
                <a:latin typeface="ForFuture Sans"/>
                <a:ea typeface="+mn-ea"/>
                <a:cs typeface="+mn-cs"/>
              </a:rPr>
              <a:t> </a:t>
            </a:r>
            <a:r>
              <a:rPr kumimoji="0" lang="es-ES" sz="1100" i="0" u="none" strike="noStrike" kern="1200" cap="none" spc="0" normalizeH="0" baseline="0" noProof="0" dirty="0" err="1">
                <a:ln>
                  <a:noFill/>
                </a:ln>
                <a:effectLst/>
                <a:uLnTx/>
                <a:uFillTx/>
                <a:latin typeface="ForFuture Sans"/>
                <a:ea typeface="+mn-ea"/>
                <a:cs typeface="+mn-cs"/>
              </a:rPr>
              <a:t>have</a:t>
            </a:r>
            <a:r>
              <a:rPr kumimoji="0" lang="es-ES" sz="1100" i="0" u="none" strike="noStrike" kern="1200" cap="none" spc="0" normalizeH="0" baseline="0" noProof="0" dirty="0">
                <a:ln>
                  <a:noFill/>
                </a:ln>
                <a:effectLst/>
                <a:uLnTx/>
                <a:uFillTx/>
                <a:latin typeface="ForFuture Sans"/>
                <a:ea typeface="+mn-ea"/>
                <a:cs typeface="+mn-cs"/>
              </a:rPr>
              <a:t> </a:t>
            </a:r>
            <a:r>
              <a:rPr kumimoji="0" lang="es-ES" sz="1100" i="0" u="none" strike="noStrike" kern="1200" cap="none" spc="0" normalizeH="0" baseline="0" noProof="0" dirty="0" err="1">
                <a:ln>
                  <a:noFill/>
                </a:ln>
                <a:effectLst/>
                <a:uLnTx/>
                <a:uFillTx/>
                <a:latin typeface="ForFuture Sans"/>
                <a:ea typeface="+mn-ea"/>
                <a:cs typeface="+mn-cs"/>
              </a:rPr>
              <a:t>to</a:t>
            </a:r>
            <a:r>
              <a:rPr kumimoji="0" lang="es-ES" sz="1100" i="0" u="none" strike="noStrike" kern="1200" cap="none" spc="0" normalizeH="0" baseline="0" noProof="0" dirty="0">
                <a:ln>
                  <a:noFill/>
                </a:ln>
                <a:effectLst/>
                <a:uLnTx/>
                <a:uFillTx/>
                <a:latin typeface="ForFuture Sans"/>
                <a:ea typeface="+mn-ea"/>
                <a:cs typeface="+mn-cs"/>
              </a:rPr>
              <a:t> </a:t>
            </a:r>
            <a:r>
              <a:rPr kumimoji="0" lang="es-ES" sz="1100" i="0" u="none" strike="noStrike" kern="1200" cap="none" spc="0" normalizeH="0" baseline="0" noProof="0" dirty="0" err="1">
                <a:ln>
                  <a:noFill/>
                </a:ln>
                <a:effectLst/>
                <a:uLnTx/>
                <a:uFillTx/>
                <a:latin typeface="ForFuture Sans"/>
                <a:ea typeface="+mn-ea"/>
                <a:cs typeface="+mn-cs"/>
              </a:rPr>
              <a:t>deliver</a:t>
            </a:r>
            <a:r>
              <a:rPr kumimoji="0" lang="es-ES" sz="1100" i="0" u="none" strike="noStrike" kern="1200" cap="none" spc="0" normalizeH="0" baseline="0" noProof="0" dirty="0">
                <a:ln>
                  <a:noFill/>
                </a:ln>
                <a:effectLst/>
                <a:uLnTx/>
                <a:uFillTx/>
                <a:latin typeface="ForFuture Sans"/>
                <a:ea typeface="+mn-ea"/>
                <a:cs typeface="+mn-cs"/>
              </a:rPr>
              <a:t>:</a:t>
            </a:r>
          </a:p>
          <a:p>
            <a:pPr marL="171450" lvl="0" indent="-171450" defTabSz="457200">
              <a:spcAft>
                <a:spcPts val="600"/>
              </a:spcAft>
              <a:buFont typeface="Arial" panose="020B0604020202020204" pitchFamily="34" charset="0"/>
              <a:buChar char="•"/>
              <a:defRPr/>
            </a:pPr>
            <a:r>
              <a:rPr kumimoji="0" lang="es-ES" sz="1100" i="0" u="none" strike="noStrike" kern="1200" cap="none" spc="0" normalizeH="0" baseline="0" noProof="0" dirty="0">
                <a:ln>
                  <a:noFill/>
                </a:ln>
                <a:effectLst/>
                <a:uLnTx/>
                <a:uFillTx/>
                <a:latin typeface="ForFuture Sans"/>
                <a:ea typeface="+mn-ea"/>
                <a:cs typeface="+mn-cs"/>
              </a:rPr>
              <a:t>A Git </a:t>
            </a:r>
            <a:r>
              <a:rPr kumimoji="0" lang="es-ES" sz="1100" i="0" u="none" strike="noStrike" kern="1200" cap="none" spc="0" normalizeH="0" baseline="0" noProof="0" dirty="0" err="1">
                <a:ln>
                  <a:noFill/>
                </a:ln>
                <a:effectLst/>
                <a:uLnTx/>
                <a:uFillTx/>
                <a:latin typeface="ForFuture Sans"/>
                <a:ea typeface="+mn-ea"/>
                <a:cs typeface="+mn-cs"/>
              </a:rPr>
              <a:t>repository</a:t>
            </a:r>
            <a:r>
              <a:rPr kumimoji="0" lang="es-ES" sz="1100" i="0" u="none" strike="noStrike" kern="1200" cap="none" spc="0" normalizeH="0" baseline="0" noProof="0" dirty="0">
                <a:ln>
                  <a:noFill/>
                </a:ln>
                <a:effectLst/>
                <a:uLnTx/>
                <a:uFillTx/>
                <a:latin typeface="ForFuture Sans"/>
                <a:ea typeface="+mn-ea"/>
                <a:cs typeface="+mn-cs"/>
              </a:rPr>
              <a:t> </a:t>
            </a:r>
            <a:r>
              <a:rPr kumimoji="0" lang="es-ES" sz="1100" i="0" u="none" strike="noStrike" kern="1200" cap="none" spc="0" normalizeH="0" baseline="0" noProof="0" dirty="0" err="1">
                <a:ln>
                  <a:noFill/>
                </a:ln>
                <a:effectLst/>
                <a:uLnTx/>
                <a:uFillTx/>
                <a:latin typeface="ForFuture Sans"/>
                <a:ea typeface="+mn-ea"/>
                <a:cs typeface="+mn-cs"/>
              </a:rPr>
              <a:t>with</a:t>
            </a:r>
            <a:r>
              <a:rPr kumimoji="0" lang="es-ES" sz="1100" i="0" u="none" strike="noStrike" kern="1200" cap="none" spc="0" normalizeH="0" baseline="0" noProof="0" dirty="0">
                <a:ln>
                  <a:noFill/>
                </a:ln>
                <a:effectLst/>
                <a:uLnTx/>
                <a:uFillTx/>
                <a:latin typeface="ForFuture Sans"/>
                <a:ea typeface="+mn-ea"/>
                <a:cs typeface="+mn-cs"/>
              </a:rPr>
              <a:t> </a:t>
            </a:r>
            <a:r>
              <a:rPr kumimoji="0" lang="es-ES" sz="1100" i="0" u="none" strike="noStrike" kern="1200" cap="none" spc="0" normalizeH="0" baseline="0" noProof="0" dirty="0" err="1">
                <a:ln>
                  <a:noFill/>
                </a:ln>
                <a:effectLst/>
                <a:uLnTx/>
                <a:uFillTx/>
                <a:latin typeface="ForFuture Sans"/>
                <a:ea typeface="+mn-ea"/>
                <a:cs typeface="+mn-cs"/>
              </a:rPr>
              <a:t>the</a:t>
            </a:r>
            <a:r>
              <a:rPr kumimoji="0" lang="es-ES" sz="1100" i="0" u="none" strike="noStrike" kern="1200" cap="none" spc="0" normalizeH="0" baseline="0" noProof="0" dirty="0">
                <a:ln>
                  <a:noFill/>
                </a:ln>
                <a:effectLst/>
                <a:uLnTx/>
                <a:uFillTx/>
                <a:latin typeface="ForFuture Sans"/>
                <a:ea typeface="+mn-ea"/>
                <a:cs typeface="+mn-cs"/>
              </a:rPr>
              <a:t> </a:t>
            </a:r>
            <a:r>
              <a:rPr kumimoji="0" lang="es-ES" sz="1100" i="0" u="none" strike="noStrike" kern="1200" cap="none" spc="0" normalizeH="0" baseline="0" noProof="0" dirty="0" err="1">
                <a:ln>
                  <a:noFill/>
                </a:ln>
                <a:effectLst/>
                <a:uLnTx/>
                <a:uFillTx/>
                <a:latin typeface="ForFuture Sans"/>
                <a:ea typeface="+mn-ea"/>
                <a:cs typeface="+mn-cs"/>
              </a:rPr>
              <a:t>developed</a:t>
            </a:r>
            <a:r>
              <a:rPr kumimoji="0" lang="es-ES" sz="1100" i="0" u="none" strike="noStrike" kern="1200" cap="none" spc="0" normalizeH="0" baseline="0" noProof="0" dirty="0">
                <a:ln>
                  <a:noFill/>
                </a:ln>
                <a:effectLst/>
                <a:uLnTx/>
                <a:uFillTx/>
                <a:latin typeface="ForFuture Sans"/>
                <a:ea typeface="+mn-ea"/>
                <a:cs typeface="+mn-cs"/>
              </a:rPr>
              <a:t> </a:t>
            </a:r>
            <a:r>
              <a:rPr kumimoji="0" lang="es-ES" sz="1100" i="0" u="none" strike="noStrike" kern="1200" cap="none" spc="0" normalizeH="0" baseline="0" noProof="0" dirty="0" err="1">
                <a:ln>
                  <a:noFill/>
                </a:ln>
                <a:effectLst/>
                <a:uLnTx/>
                <a:uFillTx/>
                <a:latin typeface="ForFuture Sans"/>
                <a:ea typeface="+mn-ea"/>
                <a:cs typeface="+mn-cs"/>
              </a:rPr>
              <a:t>code</a:t>
            </a:r>
            <a:r>
              <a:rPr kumimoji="0" lang="es-ES" sz="1100" i="0" u="none" strike="noStrike" kern="1200" cap="none" spc="0" normalizeH="0" baseline="0" noProof="0" dirty="0">
                <a:ln>
                  <a:noFill/>
                </a:ln>
                <a:effectLst/>
                <a:uLnTx/>
                <a:uFillTx/>
                <a:latin typeface="ForFuture Sans"/>
                <a:ea typeface="+mn-ea"/>
                <a:cs typeface="+mn-cs"/>
              </a:rPr>
              <a:t> and a file </a:t>
            </a:r>
            <a:r>
              <a:rPr kumimoji="0" lang="es-ES" sz="1100" i="0" u="none" strike="noStrike" kern="1200" cap="none" spc="0" normalizeH="0" baseline="0" noProof="0" dirty="0" err="1">
                <a:ln>
                  <a:noFill/>
                </a:ln>
                <a:effectLst/>
                <a:uLnTx/>
                <a:uFillTx/>
                <a:latin typeface="ForFuture Sans"/>
                <a:ea typeface="+mn-ea"/>
                <a:cs typeface="+mn-cs"/>
              </a:rPr>
              <a:t>named</a:t>
            </a:r>
            <a:r>
              <a:rPr kumimoji="0" lang="es-ES" sz="1100" i="0" u="none" strike="noStrike" kern="1200" cap="none" spc="0" normalizeH="0" baseline="0" noProof="0" dirty="0">
                <a:ln>
                  <a:noFill/>
                </a:ln>
                <a:effectLst/>
                <a:uLnTx/>
                <a:uFillTx/>
                <a:latin typeface="ForFuture Sans"/>
                <a:ea typeface="+mn-ea"/>
                <a:cs typeface="+mn-cs"/>
              </a:rPr>
              <a:t> README.md </a:t>
            </a:r>
            <a:r>
              <a:rPr kumimoji="0" lang="es-ES" sz="1100" i="0" u="none" strike="noStrike" kern="1200" cap="none" spc="0" normalizeH="0" baseline="0" noProof="0" dirty="0" err="1">
                <a:ln>
                  <a:noFill/>
                </a:ln>
                <a:effectLst/>
                <a:uLnTx/>
                <a:uFillTx/>
                <a:latin typeface="ForFuture Sans"/>
                <a:ea typeface="+mn-ea"/>
                <a:cs typeface="+mn-cs"/>
              </a:rPr>
              <a:t>explaining</a:t>
            </a:r>
            <a:r>
              <a:rPr kumimoji="0" lang="es-ES" sz="1100" i="0" u="none" strike="noStrike" kern="1200" cap="none" spc="0" normalizeH="0" baseline="0" noProof="0" dirty="0">
                <a:ln>
                  <a:noFill/>
                </a:ln>
                <a:effectLst/>
                <a:uLnTx/>
                <a:uFillTx/>
                <a:latin typeface="ForFuture Sans"/>
                <a:ea typeface="+mn-ea"/>
                <a:cs typeface="+mn-cs"/>
              </a:rPr>
              <a:t>: </a:t>
            </a:r>
            <a:r>
              <a:rPr lang="es-ES" sz="1100" dirty="0" err="1">
                <a:latin typeface="ForFuture Sans"/>
              </a:rPr>
              <a:t>The</a:t>
            </a:r>
            <a:r>
              <a:rPr lang="es-ES" sz="1100" dirty="0">
                <a:latin typeface="ForFuture Sans"/>
              </a:rPr>
              <a:t> </a:t>
            </a:r>
            <a:r>
              <a:rPr lang="es-ES" sz="1100" dirty="0" err="1">
                <a:latin typeface="ForFuture Sans"/>
              </a:rPr>
              <a:t>chosen</a:t>
            </a:r>
            <a:r>
              <a:rPr lang="es-ES" sz="1100" dirty="0">
                <a:latin typeface="ForFuture Sans"/>
              </a:rPr>
              <a:t> </a:t>
            </a:r>
            <a:r>
              <a:rPr lang="es-ES" sz="1100" dirty="0" err="1">
                <a:latin typeface="ForFuture Sans"/>
              </a:rPr>
              <a:t>approach</a:t>
            </a:r>
            <a:r>
              <a:rPr kumimoji="0" lang="es-ES" sz="1100" i="0" u="none" strike="noStrike" kern="1200" cap="none" spc="0" normalizeH="0" baseline="0" noProof="0" dirty="0">
                <a:ln>
                  <a:noFill/>
                </a:ln>
                <a:effectLst/>
                <a:uLnTx/>
                <a:uFillTx/>
                <a:latin typeface="ForFuture Sans"/>
                <a:ea typeface="+mn-ea"/>
                <a:cs typeface="+mn-cs"/>
              </a:rPr>
              <a:t>, </a:t>
            </a:r>
            <a:r>
              <a:rPr lang="es-ES" sz="1100" dirty="0" err="1">
                <a:latin typeface="ForFuture Sans"/>
              </a:rPr>
              <a:t>the</a:t>
            </a:r>
            <a:r>
              <a:rPr lang="es-ES" sz="1100" dirty="0">
                <a:latin typeface="ForFuture Sans"/>
              </a:rPr>
              <a:t> </a:t>
            </a:r>
            <a:r>
              <a:rPr lang="es-ES" sz="1100" dirty="0" err="1">
                <a:latin typeface="ForFuture Sans"/>
              </a:rPr>
              <a:t>implemented</a:t>
            </a:r>
            <a:r>
              <a:rPr lang="es-ES" sz="1100" dirty="0">
                <a:latin typeface="ForFuture Sans"/>
              </a:rPr>
              <a:t> quantum </a:t>
            </a:r>
            <a:r>
              <a:rPr lang="es-ES" sz="1100" dirty="0" err="1">
                <a:latin typeface="ForFuture Sans"/>
              </a:rPr>
              <a:t>algorithm</a:t>
            </a:r>
            <a:r>
              <a:rPr lang="es-ES" sz="1100" dirty="0">
                <a:latin typeface="ForFuture Sans"/>
              </a:rPr>
              <a:t> </a:t>
            </a:r>
            <a:r>
              <a:rPr kumimoji="0" lang="es-ES" sz="1100" i="0" u="none" strike="noStrike" kern="1200" cap="none" spc="0" normalizeH="0" baseline="0" noProof="0" dirty="0">
                <a:ln>
                  <a:noFill/>
                </a:ln>
                <a:effectLst/>
                <a:uLnTx/>
                <a:uFillTx/>
                <a:latin typeface="ForFuture Sans"/>
                <a:ea typeface="+mn-ea"/>
                <a:cs typeface="+mn-cs"/>
              </a:rPr>
              <a:t>(</a:t>
            </a:r>
            <a:r>
              <a:rPr kumimoji="0" lang="es-ES" sz="1100" i="0" u="none" strike="noStrike" kern="1200" cap="none" spc="0" normalizeH="0" baseline="0" noProof="0" dirty="0" err="1">
                <a:ln>
                  <a:noFill/>
                </a:ln>
                <a:effectLst/>
                <a:uLnTx/>
                <a:uFillTx/>
                <a:latin typeface="ForFuture Sans"/>
                <a:ea typeface="+mn-ea"/>
                <a:cs typeface="+mn-cs"/>
              </a:rPr>
              <a:t>with</a:t>
            </a:r>
            <a:r>
              <a:rPr kumimoji="0" lang="es-ES" sz="1100" i="0" u="none" strike="noStrike" kern="1200" cap="none" spc="0" normalizeH="0" baseline="0" noProof="0" dirty="0">
                <a:ln>
                  <a:noFill/>
                </a:ln>
                <a:effectLst/>
                <a:uLnTx/>
                <a:uFillTx/>
                <a:latin typeface="ForFuture Sans"/>
                <a:ea typeface="+mn-ea"/>
                <a:cs typeface="+mn-cs"/>
              </a:rPr>
              <a:t> a </a:t>
            </a:r>
            <a:r>
              <a:rPr kumimoji="0" lang="es-ES" sz="1100" i="0" u="none" strike="noStrike" kern="1200" cap="none" spc="0" normalizeH="0" baseline="0" noProof="0" dirty="0" err="1">
                <a:ln>
                  <a:noFill/>
                </a:ln>
                <a:effectLst/>
                <a:uLnTx/>
                <a:uFillTx/>
                <a:latin typeface="ForFuture Sans"/>
                <a:ea typeface="+mn-ea"/>
                <a:cs typeface="+mn-cs"/>
              </a:rPr>
              <a:t>parameter</a:t>
            </a:r>
            <a:r>
              <a:rPr kumimoji="0" lang="es-ES" sz="1100" i="0" u="none" strike="noStrike" kern="1200" cap="none" spc="0" normalizeH="0" baseline="0" noProof="0" dirty="0">
                <a:ln>
                  <a:noFill/>
                </a:ln>
                <a:effectLst/>
                <a:uLnTx/>
                <a:uFillTx/>
                <a:latin typeface="ForFuture Sans"/>
                <a:ea typeface="+mn-ea"/>
                <a:cs typeface="+mn-cs"/>
              </a:rPr>
              <a:t> </a:t>
            </a:r>
            <a:r>
              <a:rPr kumimoji="0" lang="es-ES" sz="1100" i="0" u="none" strike="noStrike" kern="1200" cap="none" spc="0" normalizeH="0" baseline="0" noProof="0" dirty="0" err="1">
                <a:ln>
                  <a:noFill/>
                </a:ln>
                <a:effectLst/>
                <a:uLnTx/>
                <a:uFillTx/>
                <a:latin typeface="ForFuture Sans"/>
                <a:ea typeface="+mn-ea"/>
                <a:cs typeface="+mn-cs"/>
              </a:rPr>
              <a:t>description</a:t>
            </a:r>
            <a:r>
              <a:rPr kumimoji="0" lang="es-ES" sz="1100" i="0" u="none" strike="noStrike" kern="1200" cap="none" spc="0" normalizeH="0" baseline="0" noProof="0" dirty="0">
                <a:ln>
                  <a:noFill/>
                </a:ln>
                <a:effectLst/>
                <a:uLnTx/>
                <a:uFillTx/>
                <a:latin typeface="ForFuture Sans"/>
                <a:ea typeface="+mn-ea"/>
                <a:cs typeface="+mn-cs"/>
              </a:rPr>
              <a:t>), and comparative </a:t>
            </a:r>
            <a:r>
              <a:rPr kumimoji="0" lang="es-ES" sz="1100" i="0" u="none" strike="noStrike" kern="1200" cap="none" spc="0" normalizeH="0" baseline="0" noProof="0" dirty="0" err="1">
                <a:ln>
                  <a:noFill/>
                </a:ln>
                <a:effectLst/>
                <a:uLnTx/>
                <a:uFillTx/>
                <a:latin typeface="ForFuture Sans"/>
                <a:ea typeface="+mn-ea"/>
                <a:cs typeface="+mn-cs"/>
              </a:rPr>
              <a:t>conclusion</a:t>
            </a:r>
            <a:r>
              <a:rPr lang="es-ES" sz="1100" dirty="0">
                <a:latin typeface="ForFuture Sans"/>
              </a:rPr>
              <a:t>s in </a:t>
            </a:r>
            <a:r>
              <a:rPr lang="es-ES" sz="1100" dirty="0" err="1">
                <a:latin typeface="ForFuture Sans"/>
              </a:rPr>
              <a:t>which</a:t>
            </a:r>
            <a:r>
              <a:rPr lang="es-ES" sz="1100" dirty="0">
                <a:latin typeface="ForFuture Sans"/>
              </a:rPr>
              <a:t> </a:t>
            </a:r>
            <a:r>
              <a:rPr lang="es-ES" sz="1100" dirty="0" err="1">
                <a:latin typeface="ForFuture Sans"/>
              </a:rPr>
              <a:t>you</a:t>
            </a:r>
            <a:r>
              <a:rPr lang="es-ES" sz="1100" dirty="0">
                <a:latin typeface="ForFuture Sans"/>
              </a:rPr>
              <a:t> </a:t>
            </a:r>
            <a:r>
              <a:rPr lang="es-ES" sz="1100" dirty="0" err="1">
                <a:latin typeface="ForFuture Sans"/>
              </a:rPr>
              <a:t>will</a:t>
            </a:r>
            <a:r>
              <a:rPr lang="es-ES" sz="1100" dirty="0">
                <a:latin typeface="ForFuture Sans"/>
              </a:rPr>
              <a:t> </a:t>
            </a:r>
            <a:r>
              <a:rPr lang="es-ES" sz="1100" dirty="0" err="1">
                <a:latin typeface="ForFuture Sans"/>
              </a:rPr>
              <a:t>gather</a:t>
            </a:r>
            <a:r>
              <a:rPr lang="es-ES" sz="1100" dirty="0">
                <a:latin typeface="ForFuture Sans"/>
              </a:rPr>
              <a:t> </a:t>
            </a:r>
            <a:r>
              <a:rPr lang="es-ES" sz="1100" dirty="0" err="1">
                <a:latin typeface="ForFuture Sans"/>
              </a:rPr>
              <a:t>the</a:t>
            </a:r>
            <a:r>
              <a:rPr lang="es-ES" sz="1100" dirty="0">
                <a:latin typeface="ForFuture Sans"/>
              </a:rPr>
              <a:t> </a:t>
            </a:r>
            <a:r>
              <a:rPr lang="es-ES" sz="1100" dirty="0" err="1">
                <a:latin typeface="ForFuture Sans"/>
              </a:rPr>
              <a:t>results</a:t>
            </a:r>
            <a:r>
              <a:rPr kumimoji="0" lang="es-ES" sz="1100" i="0" u="none" strike="noStrike" kern="1200" cap="none" spc="0" normalizeH="0" baseline="0" noProof="0" dirty="0">
                <a:ln>
                  <a:noFill/>
                </a:ln>
                <a:effectLst/>
                <a:uLnTx/>
                <a:uFillTx/>
                <a:latin typeface="ForFuture Sans"/>
                <a:ea typeface="+mn-ea"/>
                <a:cs typeface="+mn-cs"/>
              </a:rPr>
              <a:t>.</a:t>
            </a:r>
          </a:p>
          <a:p>
            <a:pPr marL="171450" lvl="0" indent="-171450" defTabSz="457200">
              <a:spcAft>
                <a:spcPts val="600"/>
              </a:spcAft>
              <a:buFont typeface="Arial" panose="020B0604020202020204" pitchFamily="34" charset="0"/>
              <a:buChar char="•"/>
              <a:defRPr/>
            </a:pPr>
            <a:r>
              <a:rPr kumimoji="0" lang="es-ES" sz="1100" i="0" u="none" strike="noStrike" kern="1200" cap="none" spc="0" normalizeH="0" baseline="0" noProof="0" dirty="0">
                <a:ln>
                  <a:noFill/>
                </a:ln>
                <a:effectLst/>
                <a:uLnTx/>
                <a:uFillTx/>
                <a:latin typeface="ForFuture Sans"/>
                <a:ea typeface="+mn-ea"/>
                <a:cs typeface="+mn-cs"/>
              </a:rPr>
              <a:t>A visual </a:t>
            </a:r>
            <a:r>
              <a:rPr kumimoji="0" lang="es-ES" sz="1100" i="0" u="none" strike="noStrike" kern="1200" cap="none" spc="0" normalizeH="0" baseline="0" noProof="0" dirty="0" err="1">
                <a:ln>
                  <a:noFill/>
                </a:ln>
                <a:effectLst/>
                <a:uLnTx/>
                <a:uFillTx/>
                <a:latin typeface="ForFuture Sans"/>
                <a:ea typeface="+mn-ea"/>
                <a:cs typeface="+mn-cs"/>
              </a:rPr>
              <a:t>presentation</a:t>
            </a:r>
            <a:r>
              <a:rPr kumimoji="0" lang="es-ES" sz="1100" i="0" u="none" strike="noStrike" kern="1200" cap="none" spc="0" normalizeH="0" baseline="0" noProof="0" dirty="0">
                <a:ln>
                  <a:noFill/>
                </a:ln>
                <a:effectLst/>
                <a:uLnTx/>
                <a:uFillTx/>
                <a:latin typeface="ForFuture Sans"/>
                <a:ea typeface="+mn-ea"/>
                <a:cs typeface="+mn-cs"/>
              </a:rPr>
              <a:t> </a:t>
            </a:r>
            <a:r>
              <a:rPr kumimoji="0" lang="es-ES" sz="1100" i="0" u="none" strike="noStrike" kern="1200" cap="none" spc="0" normalizeH="0" baseline="0" noProof="0" dirty="0" err="1">
                <a:ln>
                  <a:noFill/>
                </a:ln>
                <a:effectLst/>
                <a:uLnTx/>
                <a:uFillTx/>
                <a:latin typeface="ForFuture Sans"/>
                <a:ea typeface="+mn-ea"/>
                <a:cs typeface="+mn-cs"/>
              </a:rPr>
              <a:t>where</a:t>
            </a:r>
            <a:r>
              <a:rPr kumimoji="0" lang="es-ES" sz="1100" i="0" u="none" strike="noStrike" kern="1200" cap="none" spc="0" normalizeH="0" baseline="0" noProof="0" dirty="0">
                <a:ln>
                  <a:noFill/>
                </a:ln>
                <a:effectLst/>
                <a:uLnTx/>
                <a:uFillTx/>
                <a:latin typeface="ForFuture Sans"/>
                <a:ea typeface="+mn-ea"/>
                <a:cs typeface="+mn-cs"/>
              </a:rPr>
              <a:t> </a:t>
            </a:r>
            <a:r>
              <a:rPr kumimoji="0" lang="es-ES" sz="1100" i="0" u="none" strike="noStrike" kern="1200" cap="none" spc="0" normalizeH="0" baseline="0" noProof="0" dirty="0" err="1">
                <a:ln>
                  <a:noFill/>
                </a:ln>
                <a:effectLst/>
                <a:uLnTx/>
                <a:uFillTx/>
                <a:latin typeface="ForFuture Sans"/>
                <a:ea typeface="+mn-ea"/>
                <a:cs typeface="+mn-cs"/>
              </a:rPr>
              <a:t>you</a:t>
            </a:r>
            <a:r>
              <a:rPr kumimoji="0" lang="es-ES" sz="1100" i="0" u="none" strike="noStrike" kern="1200" cap="none" spc="0" normalizeH="0" baseline="0" noProof="0" dirty="0">
                <a:ln>
                  <a:noFill/>
                </a:ln>
                <a:effectLst/>
                <a:uLnTx/>
                <a:uFillTx/>
                <a:latin typeface="ForFuture Sans"/>
                <a:ea typeface="+mn-ea"/>
                <a:cs typeface="+mn-cs"/>
              </a:rPr>
              <a:t> Will </a:t>
            </a:r>
            <a:r>
              <a:rPr kumimoji="0" lang="es-ES" sz="1100" i="0" u="none" strike="noStrike" kern="1200" cap="none" spc="0" normalizeH="0" baseline="0" noProof="0" dirty="0" err="1">
                <a:ln>
                  <a:noFill/>
                </a:ln>
                <a:effectLst/>
                <a:uLnTx/>
                <a:uFillTx/>
                <a:latin typeface="ForFuture Sans"/>
                <a:ea typeface="+mn-ea"/>
                <a:cs typeface="+mn-cs"/>
              </a:rPr>
              <a:t>explain</a:t>
            </a:r>
            <a:r>
              <a:rPr kumimoji="0" lang="es-ES" sz="1100" i="0" u="none" strike="noStrike" kern="1200" cap="none" spc="0" normalizeH="0" baseline="0" noProof="0" dirty="0">
                <a:ln>
                  <a:noFill/>
                </a:ln>
                <a:effectLst/>
                <a:uLnTx/>
                <a:uFillTx/>
                <a:latin typeface="ForFuture Sans"/>
                <a:ea typeface="+mn-ea"/>
                <a:cs typeface="+mn-cs"/>
              </a:rPr>
              <a:t> </a:t>
            </a:r>
            <a:r>
              <a:rPr kumimoji="0" lang="es-ES" sz="1100" i="0" u="none" strike="noStrike" kern="1200" cap="none" spc="0" normalizeH="0" baseline="0" noProof="0" dirty="0" err="1">
                <a:ln>
                  <a:noFill/>
                </a:ln>
                <a:effectLst/>
                <a:uLnTx/>
                <a:uFillTx/>
                <a:latin typeface="ForFuture Sans"/>
                <a:ea typeface="+mn-ea"/>
                <a:cs typeface="+mn-cs"/>
              </a:rPr>
              <a:t>your</a:t>
            </a:r>
            <a:r>
              <a:rPr kumimoji="0" lang="es-ES" sz="1100" i="0" u="none" strike="noStrike" kern="1200" cap="none" spc="0" normalizeH="0" baseline="0" noProof="0" dirty="0">
                <a:ln>
                  <a:noFill/>
                </a:ln>
                <a:effectLst/>
                <a:uLnTx/>
                <a:uFillTx/>
                <a:latin typeface="ForFuture Sans"/>
                <a:ea typeface="+mn-ea"/>
                <a:cs typeface="+mn-cs"/>
              </a:rPr>
              <a:t> </a:t>
            </a:r>
            <a:r>
              <a:rPr kumimoji="0" lang="es-ES" sz="1100" i="0" u="none" strike="noStrike" kern="1200" cap="none" spc="0" normalizeH="0" baseline="0" noProof="0" dirty="0" err="1">
                <a:ln>
                  <a:noFill/>
                </a:ln>
                <a:effectLst/>
                <a:uLnTx/>
                <a:uFillTx/>
                <a:latin typeface="ForFuture Sans"/>
                <a:ea typeface="+mn-ea"/>
                <a:cs typeface="+mn-cs"/>
              </a:rPr>
              <a:t>solution</a:t>
            </a:r>
            <a:r>
              <a:rPr kumimoji="0" lang="es-ES" sz="1100" i="0" u="none" strike="noStrike" kern="1200" cap="none" spc="0" normalizeH="0" baseline="0" noProof="0" dirty="0">
                <a:ln>
                  <a:noFill/>
                </a:ln>
                <a:effectLst/>
                <a:uLnTx/>
                <a:uFillTx/>
                <a:latin typeface="ForFuture Sans"/>
                <a:ea typeface="+mn-ea"/>
                <a:cs typeface="+mn-cs"/>
              </a:rPr>
              <a:t> in at </a:t>
            </a:r>
            <a:r>
              <a:rPr kumimoji="0" lang="es-ES" sz="1100" i="0" u="none" strike="noStrike" kern="1200" cap="none" spc="0" normalizeH="0" baseline="0" noProof="0" dirty="0" err="1">
                <a:ln>
                  <a:noFill/>
                </a:ln>
                <a:effectLst/>
                <a:uLnTx/>
                <a:uFillTx/>
                <a:latin typeface="ForFuture Sans"/>
                <a:ea typeface="+mn-ea"/>
                <a:cs typeface="+mn-cs"/>
              </a:rPr>
              <a:t>most</a:t>
            </a:r>
            <a:r>
              <a:rPr kumimoji="0" lang="es-ES" sz="1100" i="0" u="none" strike="noStrike" kern="1200" cap="none" spc="0" normalizeH="0" baseline="0" noProof="0" dirty="0">
                <a:ln>
                  <a:noFill/>
                </a:ln>
                <a:effectLst/>
                <a:uLnTx/>
                <a:uFillTx/>
                <a:latin typeface="ForFuture Sans"/>
                <a:ea typeface="+mn-ea"/>
                <a:cs typeface="+mn-cs"/>
              </a:rPr>
              <a:t> 3 minutes.</a:t>
            </a:r>
          </a:p>
        </p:txBody>
      </p:sp>
      <p:sp>
        <p:nvSpPr>
          <p:cNvPr id="7" name="Rectángulo 6">
            <a:extLst>
              <a:ext uri="{FF2B5EF4-FFF2-40B4-BE49-F238E27FC236}">
                <a16:creationId xmlns:a16="http://schemas.microsoft.com/office/drawing/2014/main" id="{08713441-F7D9-70E0-5A96-D9119974922E}"/>
              </a:ext>
            </a:extLst>
          </p:cNvPr>
          <p:cNvSpPr/>
          <p:nvPr/>
        </p:nvSpPr>
        <p:spPr>
          <a:xfrm>
            <a:off x="334963" y="5267374"/>
            <a:ext cx="1584573" cy="92139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dirty="0" err="1">
                <a:solidFill>
                  <a:schemeClr val="tx1"/>
                </a:solidFill>
              </a:rPr>
              <a:t>Remember</a:t>
            </a:r>
            <a:r>
              <a:rPr lang="es-ES" sz="1200" dirty="0">
                <a:solidFill>
                  <a:schemeClr val="tx1"/>
                </a:solidFill>
              </a:rPr>
              <a:t> </a:t>
            </a:r>
            <a:r>
              <a:rPr lang="es-ES" sz="1200" dirty="0" err="1">
                <a:solidFill>
                  <a:schemeClr val="tx1"/>
                </a:solidFill>
              </a:rPr>
              <a:t>that</a:t>
            </a:r>
            <a:r>
              <a:rPr lang="es-ES" sz="1200" dirty="0">
                <a:solidFill>
                  <a:schemeClr val="tx1"/>
                </a:solidFill>
              </a:rPr>
              <a:t> </a:t>
            </a:r>
            <a:r>
              <a:rPr lang="es-ES" sz="1200" dirty="0" err="1">
                <a:solidFill>
                  <a:schemeClr val="tx1"/>
                </a:solidFill>
              </a:rPr>
              <a:t>there</a:t>
            </a:r>
            <a:r>
              <a:rPr lang="es-ES" sz="1200" dirty="0">
                <a:solidFill>
                  <a:schemeClr val="tx1"/>
                </a:solidFill>
              </a:rPr>
              <a:t> are </a:t>
            </a:r>
            <a:r>
              <a:rPr lang="es-ES" sz="1200" dirty="0" err="1">
                <a:solidFill>
                  <a:schemeClr val="tx1"/>
                </a:solidFill>
              </a:rPr>
              <a:t>errors</a:t>
            </a:r>
            <a:r>
              <a:rPr lang="es-ES" sz="1200" dirty="0">
                <a:solidFill>
                  <a:schemeClr val="tx1"/>
                </a:solidFill>
              </a:rPr>
              <a:t> </a:t>
            </a:r>
            <a:r>
              <a:rPr lang="es-ES" sz="1200" dirty="0" err="1">
                <a:solidFill>
                  <a:schemeClr val="tx1"/>
                </a:solidFill>
              </a:rPr>
              <a:t>when</a:t>
            </a:r>
            <a:r>
              <a:rPr lang="es-ES" sz="1200" dirty="0">
                <a:solidFill>
                  <a:schemeClr val="tx1"/>
                </a:solidFill>
              </a:rPr>
              <a:t> </a:t>
            </a:r>
            <a:r>
              <a:rPr lang="es-ES" sz="1200" dirty="0" err="1">
                <a:solidFill>
                  <a:schemeClr val="tx1"/>
                </a:solidFill>
              </a:rPr>
              <a:t>executing</a:t>
            </a:r>
            <a:r>
              <a:rPr lang="es-ES" sz="1200" dirty="0">
                <a:solidFill>
                  <a:schemeClr val="tx1"/>
                </a:solidFill>
              </a:rPr>
              <a:t> </a:t>
            </a:r>
            <a:r>
              <a:rPr lang="es-ES" sz="1200" dirty="0" err="1">
                <a:solidFill>
                  <a:schemeClr val="tx1"/>
                </a:solidFill>
              </a:rPr>
              <a:t>on</a:t>
            </a:r>
            <a:r>
              <a:rPr lang="es-ES" sz="1200" dirty="0">
                <a:solidFill>
                  <a:schemeClr val="tx1"/>
                </a:solidFill>
              </a:rPr>
              <a:t> quantum hardware</a:t>
            </a:r>
          </a:p>
        </p:txBody>
      </p:sp>
      <p:sp>
        <p:nvSpPr>
          <p:cNvPr id="8" name="Rectángulo 7">
            <a:extLst>
              <a:ext uri="{FF2B5EF4-FFF2-40B4-BE49-F238E27FC236}">
                <a16:creationId xmlns:a16="http://schemas.microsoft.com/office/drawing/2014/main" id="{84714E21-5B01-5D9F-7892-662E028260C4}"/>
              </a:ext>
            </a:extLst>
          </p:cNvPr>
          <p:cNvSpPr/>
          <p:nvPr/>
        </p:nvSpPr>
        <p:spPr>
          <a:xfrm>
            <a:off x="1979792" y="5267374"/>
            <a:ext cx="1584573" cy="92139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dirty="0" err="1">
                <a:solidFill>
                  <a:schemeClr val="tx1"/>
                </a:solidFill>
              </a:rPr>
              <a:t>You</a:t>
            </a:r>
            <a:r>
              <a:rPr lang="es-ES" sz="1200" dirty="0">
                <a:solidFill>
                  <a:schemeClr val="tx1"/>
                </a:solidFill>
              </a:rPr>
              <a:t> can be </a:t>
            </a:r>
            <a:r>
              <a:rPr lang="es-ES" sz="1200" dirty="0" err="1">
                <a:solidFill>
                  <a:schemeClr val="tx1"/>
                </a:solidFill>
              </a:rPr>
              <a:t>crative</a:t>
            </a:r>
            <a:r>
              <a:rPr lang="es-ES" sz="1200" dirty="0">
                <a:solidFill>
                  <a:schemeClr val="tx1"/>
                </a:solidFill>
              </a:rPr>
              <a:t>, </a:t>
            </a:r>
            <a:r>
              <a:rPr lang="es-ES" sz="1200" dirty="0" err="1">
                <a:solidFill>
                  <a:schemeClr val="tx1"/>
                </a:solidFill>
              </a:rPr>
              <a:t>but</a:t>
            </a:r>
            <a:r>
              <a:rPr lang="es-ES" sz="1200" dirty="0">
                <a:solidFill>
                  <a:schemeClr val="tx1"/>
                </a:solidFill>
              </a:rPr>
              <a:t> </a:t>
            </a:r>
            <a:r>
              <a:rPr lang="es-ES" sz="1200" dirty="0" err="1">
                <a:solidFill>
                  <a:schemeClr val="tx1"/>
                </a:solidFill>
              </a:rPr>
              <a:t>please</a:t>
            </a:r>
            <a:r>
              <a:rPr lang="es-ES" sz="1200" dirty="0">
                <a:solidFill>
                  <a:schemeClr val="tx1"/>
                </a:solidFill>
              </a:rPr>
              <a:t> </a:t>
            </a:r>
            <a:r>
              <a:rPr lang="es-ES" sz="1200" dirty="0" err="1">
                <a:solidFill>
                  <a:schemeClr val="tx1"/>
                </a:solidFill>
              </a:rPr>
              <a:t>don’t</a:t>
            </a:r>
            <a:r>
              <a:rPr lang="es-ES" sz="1200" dirty="0">
                <a:solidFill>
                  <a:schemeClr val="tx1"/>
                </a:solidFill>
              </a:rPr>
              <a:t> be </a:t>
            </a:r>
            <a:r>
              <a:rPr lang="es-ES" sz="1200" dirty="0" err="1">
                <a:solidFill>
                  <a:schemeClr val="tx1"/>
                </a:solidFill>
              </a:rPr>
              <a:t>afraid</a:t>
            </a:r>
            <a:r>
              <a:rPr lang="es-ES" sz="1200" dirty="0">
                <a:solidFill>
                  <a:schemeClr val="tx1"/>
                </a:solidFill>
              </a:rPr>
              <a:t> </a:t>
            </a:r>
            <a:r>
              <a:rPr lang="es-ES" sz="1200" dirty="0" err="1">
                <a:solidFill>
                  <a:schemeClr val="tx1"/>
                </a:solidFill>
              </a:rPr>
              <a:t>to</a:t>
            </a:r>
            <a:r>
              <a:rPr lang="es-ES" sz="1200" dirty="0">
                <a:solidFill>
                  <a:schemeClr val="tx1"/>
                </a:solidFill>
              </a:rPr>
              <a:t> use </a:t>
            </a:r>
            <a:r>
              <a:rPr lang="es-ES" sz="1200" dirty="0" err="1">
                <a:solidFill>
                  <a:schemeClr val="tx1"/>
                </a:solidFill>
              </a:rPr>
              <a:t>the</a:t>
            </a:r>
            <a:r>
              <a:rPr lang="es-ES" sz="1200" dirty="0">
                <a:solidFill>
                  <a:schemeClr val="tx1"/>
                </a:solidFill>
              </a:rPr>
              <a:t> </a:t>
            </a:r>
            <a:r>
              <a:rPr lang="es-ES" sz="1200" dirty="0" err="1">
                <a:solidFill>
                  <a:schemeClr val="tx1"/>
                </a:solidFill>
              </a:rPr>
              <a:t>suggested</a:t>
            </a:r>
            <a:r>
              <a:rPr lang="es-ES" sz="1200" dirty="0">
                <a:solidFill>
                  <a:schemeClr val="tx1"/>
                </a:solidFill>
              </a:rPr>
              <a:t> </a:t>
            </a:r>
            <a:r>
              <a:rPr lang="es-ES" sz="1200" dirty="0" err="1">
                <a:solidFill>
                  <a:schemeClr val="tx1"/>
                </a:solidFill>
              </a:rPr>
              <a:t>ways</a:t>
            </a:r>
            <a:endParaRPr lang="es-ES" sz="1200" dirty="0">
              <a:solidFill>
                <a:schemeClr val="tx1"/>
              </a:solidFill>
            </a:endParaRPr>
          </a:p>
        </p:txBody>
      </p:sp>
      <p:sp>
        <p:nvSpPr>
          <p:cNvPr id="9" name="Rectángulo 8">
            <a:extLst>
              <a:ext uri="{FF2B5EF4-FFF2-40B4-BE49-F238E27FC236}">
                <a16:creationId xmlns:a16="http://schemas.microsoft.com/office/drawing/2014/main" id="{5CDFBA9F-BABA-BFB9-A0D0-B411DFCDA7D9}"/>
              </a:ext>
            </a:extLst>
          </p:cNvPr>
          <p:cNvSpPr/>
          <p:nvPr/>
        </p:nvSpPr>
        <p:spPr>
          <a:xfrm>
            <a:off x="3624621" y="5267374"/>
            <a:ext cx="1584573" cy="92139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dirty="0" err="1">
                <a:solidFill>
                  <a:schemeClr val="tx1"/>
                </a:solidFill>
              </a:rPr>
              <a:t>Organization</a:t>
            </a:r>
            <a:r>
              <a:rPr lang="es-ES" sz="1200" dirty="0">
                <a:solidFill>
                  <a:schemeClr val="tx1"/>
                </a:solidFill>
              </a:rPr>
              <a:t> and </a:t>
            </a:r>
            <a:r>
              <a:rPr lang="es-ES" sz="1200" dirty="0" err="1">
                <a:solidFill>
                  <a:schemeClr val="tx1"/>
                </a:solidFill>
              </a:rPr>
              <a:t>comunication</a:t>
            </a:r>
            <a:r>
              <a:rPr lang="es-ES" sz="1200" dirty="0">
                <a:solidFill>
                  <a:schemeClr val="tx1"/>
                </a:solidFill>
              </a:rPr>
              <a:t> </a:t>
            </a:r>
            <a:r>
              <a:rPr lang="es-ES" sz="1200" dirty="0" err="1">
                <a:solidFill>
                  <a:schemeClr val="tx1"/>
                </a:solidFill>
              </a:rPr>
              <a:t>within</a:t>
            </a:r>
            <a:r>
              <a:rPr lang="es-ES" sz="1200" dirty="0">
                <a:solidFill>
                  <a:schemeClr val="tx1"/>
                </a:solidFill>
              </a:rPr>
              <a:t> </a:t>
            </a:r>
            <a:r>
              <a:rPr lang="es-ES" sz="1200" dirty="0" err="1">
                <a:solidFill>
                  <a:schemeClr val="tx1"/>
                </a:solidFill>
              </a:rPr>
              <a:t>the</a:t>
            </a:r>
            <a:r>
              <a:rPr lang="es-ES" sz="1200" dirty="0">
                <a:solidFill>
                  <a:schemeClr val="tx1"/>
                </a:solidFill>
              </a:rPr>
              <a:t> </a:t>
            </a:r>
            <a:r>
              <a:rPr lang="es-ES" sz="1200" dirty="0" err="1">
                <a:solidFill>
                  <a:schemeClr val="tx1"/>
                </a:solidFill>
              </a:rPr>
              <a:t>team</a:t>
            </a:r>
            <a:r>
              <a:rPr lang="es-ES" sz="1200" dirty="0">
                <a:solidFill>
                  <a:schemeClr val="tx1"/>
                </a:solidFill>
              </a:rPr>
              <a:t>. Good </a:t>
            </a:r>
            <a:r>
              <a:rPr lang="es-ES" sz="1200" dirty="0" err="1">
                <a:solidFill>
                  <a:schemeClr val="tx1"/>
                </a:solidFill>
              </a:rPr>
              <a:t>presentation</a:t>
            </a:r>
            <a:endParaRPr lang="es-ES" sz="1200" dirty="0">
              <a:solidFill>
                <a:schemeClr val="tx1"/>
              </a:solidFill>
            </a:endParaRPr>
          </a:p>
        </p:txBody>
      </p:sp>
      <p:sp>
        <p:nvSpPr>
          <p:cNvPr id="4" name="object 4">
            <a:extLst>
              <a:ext uri="{FF2B5EF4-FFF2-40B4-BE49-F238E27FC236}">
                <a16:creationId xmlns:a16="http://schemas.microsoft.com/office/drawing/2014/main" id="{21E3E210-A085-46A0-798C-20655DCA8F27}"/>
              </a:ext>
            </a:extLst>
          </p:cNvPr>
          <p:cNvSpPr txBox="1"/>
          <p:nvPr/>
        </p:nvSpPr>
        <p:spPr>
          <a:xfrm>
            <a:off x="5591944" y="1548533"/>
            <a:ext cx="5328592" cy="2492990"/>
          </a:xfrm>
          <a:prstGeom prst="rect">
            <a:avLst/>
          </a:prstGeom>
        </p:spPr>
        <p:txBody>
          <a:bodyPr vert="horz" wrap="square" lIns="0" tIns="0" rIns="0" bIns="0" rtlCol="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following</a:t>
            </a:r>
            <a:r>
              <a:rPr lang="es-ES" sz="1100" dirty="0">
                <a:solidFill>
                  <a:srgbClr val="004254"/>
                </a:solidFill>
                <a:latin typeface="ForFuture Sans"/>
              </a:rPr>
              <a:t> </a:t>
            </a:r>
            <a:r>
              <a:rPr lang="es-ES" sz="1100" dirty="0" err="1">
                <a:solidFill>
                  <a:srgbClr val="004254"/>
                </a:solidFill>
                <a:latin typeface="ForFuture Sans"/>
              </a:rPr>
              <a:t>list</a:t>
            </a:r>
            <a:r>
              <a:rPr lang="es-ES" sz="1100" dirty="0">
                <a:solidFill>
                  <a:srgbClr val="004254"/>
                </a:solidFill>
                <a:latin typeface="ForFuture Sans"/>
              </a:rPr>
              <a:t> </a:t>
            </a:r>
            <a:r>
              <a:rPr lang="es-ES" sz="1100" dirty="0" err="1">
                <a:solidFill>
                  <a:srgbClr val="004254"/>
                </a:solidFill>
                <a:latin typeface="ForFuture Sans"/>
              </a:rPr>
              <a:t>of</a:t>
            </a:r>
            <a:r>
              <a:rPr lang="es-ES" sz="1100" dirty="0">
                <a:solidFill>
                  <a:srgbClr val="004254"/>
                </a:solidFill>
                <a:latin typeface="ForFuture Sans"/>
              </a:rPr>
              <a:t> </a:t>
            </a:r>
            <a:r>
              <a:rPr lang="es-ES" sz="1100" dirty="0" err="1">
                <a:solidFill>
                  <a:srgbClr val="004254"/>
                </a:solidFill>
                <a:latin typeface="ForFuture Sans"/>
              </a:rPr>
              <a:t>additional</a:t>
            </a:r>
            <a:r>
              <a:rPr lang="es-ES" sz="1100" dirty="0">
                <a:solidFill>
                  <a:srgbClr val="004254"/>
                </a:solidFill>
                <a:latin typeface="ForFuture Sans"/>
              </a:rPr>
              <a:t> </a:t>
            </a:r>
            <a:r>
              <a:rPr lang="es-ES" sz="1100" dirty="0" err="1">
                <a:solidFill>
                  <a:srgbClr val="004254"/>
                </a:solidFill>
                <a:latin typeface="ForFuture Sans"/>
              </a:rPr>
              <a:t>challenges</a:t>
            </a:r>
            <a:r>
              <a:rPr lang="es-ES" sz="1100" dirty="0">
                <a:solidFill>
                  <a:srgbClr val="004254"/>
                </a:solidFill>
                <a:latin typeface="ForFuture Sans"/>
              </a:rPr>
              <a:t> do </a:t>
            </a:r>
            <a:r>
              <a:rPr lang="es-ES" sz="1100" dirty="0" err="1">
                <a:solidFill>
                  <a:srgbClr val="004254"/>
                </a:solidFill>
                <a:latin typeface="ForFuture Sans"/>
              </a:rPr>
              <a:t>not</a:t>
            </a:r>
            <a:r>
              <a:rPr lang="es-ES" sz="1100" dirty="0">
                <a:solidFill>
                  <a:srgbClr val="004254"/>
                </a:solidFill>
                <a:latin typeface="ForFuture Sans"/>
              </a:rPr>
              <a:t> </a:t>
            </a:r>
            <a:r>
              <a:rPr lang="es-ES" sz="1100" dirty="0" err="1">
                <a:solidFill>
                  <a:srgbClr val="004254"/>
                </a:solidFill>
                <a:latin typeface="ForFuture Sans"/>
              </a:rPr>
              <a:t>influence</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final </a:t>
            </a:r>
            <a:r>
              <a:rPr lang="es-ES" sz="1100" dirty="0" err="1">
                <a:solidFill>
                  <a:srgbClr val="004254"/>
                </a:solidFill>
                <a:latin typeface="ForFuture Sans"/>
              </a:rPr>
              <a:t>valorations</a:t>
            </a:r>
            <a:r>
              <a:rPr lang="es-ES" sz="1100" dirty="0">
                <a:solidFill>
                  <a:srgbClr val="004254"/>
                </a:solidFill>
                <a:latin typeface="ForFuture Sans"/>
              </a:rPr>
              <a:t> </a:t>
            </a:r>
            <a:r>
              <a:rPr lang="es-ES" sz="1100" dirty="0" err="1">
                <a:solidFill>
                  <a:srgbClr val="004254"/>
                </a:solidFill>
                <a:latin typeface="ForFuture Sans"/>
              </a:rPr>
              <a:t>of</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challenge</a:t>
            </a:r>
            <a:r>
              <a:rPr lang="es-ES" sz="1100" dirty="0">
                <a:solidFill>
                  <a:srgbClr val="004254"/>
                </a:solidFill>
                <a:latin typeface="ForFuture Sans"/>
              </a:rPr>
              <a:t>. </a:t>
            </a:r>
            <a:r>
              <a:rPr lang="es-ES" sz="1100" dirty="0" err="1">
                <a:solidFill>
                  <a:srgbClr val="004254"/>
                </a:solidFill>
                <a:latin typeface="ForFuture Sans"/>
              </a:rPr>
              <a:t>However</a:t>
            </a:r>
            <a:r>
              <a:rPr lang="es-ES" sz="1100" dirty="0">
                <a:solidFill>
                  <a:srgbClr val="004254"/>
                </a:solidFill>
                <a:latin typeface="ForFuture Sans"/>
              </a:rPr>
              <a:t>, </a:t>
            </a:r>
            <a:r>
              <a:rPr lang="es-ES" sz="1100" dirty="0" err="1">
                <a:solidFill>
                  <a:srgbClr val="004254"/>
                </a:solidFill>
                <a:latin typeface="ForFuture Sans"/>
              </a:rPr>
              <a:t>if</a:t>
            </a:r>
            <a:r>
              <a:rPr lang="es-ES" sz="1100" dirty="0">
                <a:solidFill>
                  <a:srgbClr val="004254"/>
                </a:solidFill>
                <a:latin typeface="ForFuture Sans"/>
              </a:rPr>
              <a:t> </a:t>
            </a:r>
            <a:r>
              <a:rPr lang="es-ES" sz="1100" dirty="0" err="1">
                <a:solidFill>
                  <a:srgbClr val="004254"/>
                </a:solidFill>
                <a:latin typeface="ForFuture Sans"/>
              </a:rPr>
              <a:t>you</a:t>
            </a:r>
            <a:r>
              <a:rPr lang="es-ES" sz="1100" dirty="0">
                <a:solidFill>
                  <a:srgbClr val="004254"/>
                </a:solidFill>
                <a:latin typeface="ForFuture Sans"/>
              </a:rPr>
              <a:t> are </a:t>
            </a:r>
            <a:r>
              <a:rPr lang="es-ES" sz="1100" dirty="0" err="1">
                <a:solidFill>
                  <a:srgbClr val="004254"/>
                </a:solidFill>
                <a:latin typeface="ForFuture Sans"/>
              </a:rPr>
              <a:t>certain</a:t>
            </a:r>
            <a:r>
              <a:rPr lang="es-ES" sz="1100" dirty="0">
                <a:solidFill>
                  <a:srgbClr val="004254"/>
                </a:solidFill>
                <a:latin typeface="ForFuture Sans"/>
              </a:rPr>
              <a:t> </a:t>
            </a:r>
            <a:r>
              <a:rPr lang="es-ES" sz="1100" dirty="0" err="1">
                <a:solidFill>
                  <a:srgbClr val="004254"/>
                </a:solidFill>
                <a:latin typeface="ForFuture Sans"/>
              </a:rPr>
              <a:t>that</a:t>
            </a:r>
            <a:r>
              <a:rPr lang="es-ES" sz="1100" dirty="0">
                <a:solidFill>
                  <a:srgbClr val="004254"/>
                </a:solidFill>
                <a:latin typeface="ForFuture Sans"/>
              </a:rPr>
              <a:t> </a:t>
            </a:r>
            <a:r>
              <a:rPr lang="es-ES" sz="1100" dirty="0" err="1">
                <a:solidFill>
                  <a:srgbClr val="004254"/>
                </a:solidFill>
                <a:latin typeface="ForFuture Sans"/>
              </a:rPr>
              <a:t>all</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deliverables</a:t>
            </a:r>
            <a:r>
              <a:rPr lang="es-ES" sz="1100" dirty="0">
                <a:solidFill>
                  <a:srgbClr val="004254"/>
                </a:solidFill>
                <a:latin typeface="ForFuture Sans"/>
              </a:rPr>
              <a:t> are </a:t>
            </a:r>
            <a:r>
              <a:rPr lang="es-ES" sz="1100" dirty="0" err="1">
                <a:solidFill>
                  <a:srgbClr val="004254"/>
                </a:solidFill>
                <a:latin typeface="ForFuture Sans"/>
              </a:rPr>
              <a:t>ready</a:t>
            </a:r>
            <a:r>
              <a:rPr lang="es-ES" sz="1100" dirty="0">
                <a:solidFill>
                  <a:srgbClr val="004254"/>
                </a:solidFill>
                <a:latin typeface="ForFuture Sans"/>
              </a:rPr>
              <a:t>, and </a:t>
            </a:r>
            <a:r>
              <a:rPr lang="es-ES" sz="1100" dirty="0" err="1">
                <a:solidFill>
                  <a:srgbClr val="004254"/>
                </a:solidFill>
                <a:latin typeface="ForFuture Sans"/>
              </a:rPr>
              <a:t>you</a:t>
            </a:r>
            <a:r>
              <a:rPr lang="es-ES" sz="1100" dirty="0">
                <a:solidFill>
                  <a:srgbClr val="004254"/>
                </a:solidFill>
                <a:latin typeface="ForFuture Sans"/>
              </a:rPr>
              <a:t> </a:t>
            </a:r>
            <a:r>
              <a:rPr lang="es-ES" sz="1100" dirty="0" err="1">
                <a:solidFill>
                  <a:srgbClr val="004254"/>
                </a:solidFill>
                <a:latin typeface="ForFuture Sans"/>
              </a:rPr>
              <a:t>want</a:t>
            </a:r>
            <a:r>
              <a:rPr lang="es-ES" sz="1100" dirty="0">
                <a:solidFill>
                  <a:srgbClr val="004254"/>
                </a:solidFill>
                <a:latin typeface="ForFuture Sans"/>
              </a:rPr>
              <a:t> </a:t>
            </a:r>
            <a:r>
              <a:rPr lang="es-ES" sz="1100" dirty="0" err="1">
                <a:solidFill>
                  <a:srgbClr val="004254"/>
                </a:solidFill>
                <a:latin typeface="ForFuture Sans"/>
              </a:rPr>
              <a:t>to</a:t>
            </a:r>
            <a:r>
              <a:rPr lang="es-ES" sz="1100" dirty="0">
                <a:solidFill>
                  <a:srgbClr val="004254"/>
                </a:solidFill>
                <a:latin typeface="ForFuture Sans"/>
              </a:rPr>
              <a:t> </a:t>
            </a:r>
            <a:r>
              <a:rPr lang="es-ES" sz="1100" dirty="0" err="1">
                <a:solidFill>
                  <a:srgbClr val="004254"/>
                </a:solidFill>
                <a:latin typeface="ForFuture Sans"/>
              </a:rPr>
              <a:t>elevate</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difficulty</a:t>
            </a:r>
            <a:r>
              <a:rPr lang="es-ES" sz="1100" dirty="0">
                <a:solidFill>
                  <a:srgbClr val="004254"/>
                </a:solidFill>
                <a:latin typeface="ForFuture Sans"/>
              </a:rPr>
              <a:t>, </a:t>
            </a:r>
            <a:r>
              <a:rPr lang="es-ES" sz="1100" dirty="0" err="1">
                <a:solidFill>
                  <a:srgbClr val="004254"/>
                </a:solidFill>
                <a:latin typeface="ForFuture Sans"/>
              </a:rPr>
              <a:t>you</a:t>
            </a:r>
            <a:r>
              <a:rPr lang="es-ES" sz="1100" dirty="0">
                <a:solidFill>
                  <a:srgbClr val="004254"/>
                </a:solidFill>
                <a:latin typeface="ForFuture Sans"/>
              </a:rPr>
              <a:t> can continue </a:t>
            </a:r>
            <a:r>
              <a:rPr lang="es-ES" sz="1100" dirty="0" err="1">
                <a:solidFill>
                  <a:srgbClr val="004254"/>
                </a:solidFill>
                <a:latin typeface="ForFuture Sans"/>
              </a:rPr>
              <a:t>with</a:t>
            </a:r>
            <a:r>
              <a:rPr lang="es-ES" sz="1100" dirty="0">
                <a:solidFill>
                  <a:srgbClr val="004254"/>
                </a:solidFill>
                <a:latin typeface="ForFuture Sans"/>
              </a:rPr>
              <a:t> </a:t>
            </a:r>
            <a:r>
              <a:rPr lang="es-ES" sz="1100" dirty="0" err="1">
                <a:solidFill>
                  <a:srgbClr val="004254"/>
                </a:solidFill>
                <a:latin typeface="ForFuture Sans"/>
              </a:rPr>
              <a:t>this</a:t>
            </a:r>
            <a:r>
              <a:rPr lang="es-ES" sz="1100" dirty="0">
                <a:solidFill>
                  <a:srgbClr val="004254"/>
                </a:solidFill>
                <a:latin typeface="ForFuture Sans"/>
              </a:rPr>
              <a:t> </a:t>
            </a:r>
            <a:r>
              <a:rPr lang="es-ES" sz="1100" dirty="0" err="1">
                <a:solidFill>
                  <a:srgbClr val="004254"/>
                </a:solidFill>
                <a:latin typeface="ForFuture Sans"/>
              </a:rPr>
              <a:t>routes</a:t>
            </a:r>
            <a:r>
              <a:rPr lang="es-ES" sz="1100" dirty="0">
                <a:solidFill>
                  <a:srgbClr val="004254"/>
                </a:solidFill>
                <a:latin typeface="ForFuture Sans"/>
              </a:rPr>
              <a:t>:</a:t>
            </a:r>
          </a:p>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noProof="0" dirty="0">
              <a:ln>
                <a:noFill/>
              </a:ln>
              <a:solidFill>
                <a:srgbClr val="004254"/>
              </a:solidFill>
              <a:effectLst/>
              <a:uLnTx/>
              <a:uFillTx/>
              <a:latin typeface="ForFuture Sans"/>
              <a:ea typeface="+mn-ea"/>
              <a:cs typeface="+mn-cs"/>
            </a:endParaRP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s-ES" sz="1100" dirty="0" err="1">
                <a:solidFill>
                  <a:srgbClr val="004254"/>
                </a:solidFill>
                <a:latin typeface="ForFuture Sans"/>
              </a:rPr>
              <a:t>Considerate</a:t>
            </a:r>
            <a:r>
              <a:rPr lang="es-ES" sz="1100" dirty="0">
                <a:solidFill>
                  <a:srgbClr val="004254"/>
                </a:solidFill>
                <a:latin typeface="ForFuture Sans"/>
              </a:rPr>
              <a:t> new </a:t>
            </a:r>
            <a:r>
              <a:rPr lang="es-ES" sz="1100" dirty="0" err="1">
                <a:solidFill>
                  <a:srgbClr val="004254"/>
                </a:solidFill>
                <a:latin typeface="ForFuture Sans"/>
              </a:rPr>
              <a:t>movement</a:t>
            </a:r>
            <a:r>
              <a:rPr lang="es-ES" sz="1100" dirty="0">
                <a:solidFill>
                  <a:srgbClr val="004254"/>
                </a:solidFill>
                <a:latin typeface="ForFuture Sans"/>
              </a:rPr>
              <a:t> </a:t>
            </a:r>
            <a:r>
              <a:rPr lang="es-ES" sz="1100" dirty="0" err="1">
                <a:solidFill>
                  <a:srgbClr val="004254"/>
                </a:solidFill>
                <a:latin typeface="ForFuture Sans"/>
              </a:rPr>
              <a:t>politics</a:t>
            </a:r>
            <a:r>
              <a:rPr lang="es-ES" sz="1100" dirty="0">
                <a:solidFill>
                  <a:srgbClr val="004254"/>
                </a:solidFill>
                <a:latin typeface="ForFuture Sans"/>
              </a:rPr>
              <a:t> </a:t>
            </a:r>
            <a:r>
              <a:rPr lang="es-ES" sz="1100" dirty="0" err="1">
                <a:solidFill>
                  <a:srgbClr val="004254"/>
                </a:solidFill>
                <a:latin typeface="ForFuture Sans"/>
              </a:rPr>
              <a:t>for</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Classical</a:t>
            </a:r>
            <a:r>
              <a:rPr lang="es-ES" sz="1100" dirty="0">
                <a:solidFill>
                  <a:srgbClr val="004254"/>
                </a:solidFill>
                <a:latin typeface="ForFuture Sans"/>
              </a:rPr>
              <a:t> </a:t>
            </a:r>
            <a:r>
              <a:rPr lang="es-ES" sz="1100" dirty="0" err="1">
                <a:solidFill>
                  <a:srgbClr val="004254"/>
                </a:solidFill>
                <a:latin typeface="ForFuture Sans"/>
              </a:rPr>
              <a:t>Team</a:t>
            </a:r>
            <a:r>
              <a:rPr lang="es-ES" sz="1100" dirty="0">
                <a:solidFill>
                  <a:srgbClr val="004254"/>
                </a:solidFill>
                <a:latin typeface="ForFuture Sans"/>
              </a:rPr>
              <a:t>. </a:t>
            </a:r>
            <a:r>
              <a:rPr lang="es-ES" sz="1100" dirty="0" err="1">
                <a:solidFill>
                  <a:srgbClr val="004254"/>
                </a:solidFill>
                <a:latin typeface="ForFuture Sans"/>
              </a:rPr>
              <a:t>For</a:t>
            </a:r>
            <a:r>
              <a:rPr lang="es-ES" sz="1100" dirty="0">
                <a:solidFill>
                  <a:srgbClr val="004254"/>
                </a:solidFill>
                <a:latin typeface="ForFuture Sans"/>
              </a:rPr>
              <a:t> </a:t>
            </a:r>
            <a:r>
              <a:rPr lang="es-ES" sz="1100" dirty="0" err="1">
                <a:solidFill>
                  <a:srgbClr val="004254"/>
                </a:solidFill>
                <a:latin typeface="ForFuture Sans"/>
              </a:rPr>
              <a:t>example</a:t>
            </a:r>
            <a:r>
              <a:rPr lang="es-ES" sz="1100" dirty="0">
                <a:solidFill>
                  <a:srgbClr val="004254"/>
                </a:solidFill>
                <a:latin typeface="ForFuture Sans"/>
              </a:rPr>
              <a:t>, </a:t>
            </a:r>
            <a:r>
              <a:rPr lang="es-ES" sz="1100" dirty="0" err="1">
                <a:solidFill>
                  <a:srgbClr val="004254"/>
                </a:solidFill>
                <a:latin typeface="ForFuture Sans"/>
              </a:rPr>
              <a:t>instead</a:t>
            </a:r>
            <a:r>
              <a:rPr lang="es-ES" sz="1100" dirty="0">
                <a:solidFill>
                  <a:srgbClr val="004254"/>
                </a:solidFill>
                <a:latin typeface="ForFuture Sans"/>
              </a:rPr>
              <a:t> </a:t>
            </a:r>
            <a:r>
              <a:rPr lang="es-ES" sz="1100" dirty="0" err="1">
                <a:solidFill>
                  <a:srgbClr val="004254"/>
                </a:solidFill>
                <a:latin typeface="ForFuture Sans"/>
              </a:rPr>
              <a:t>of</a:t>
            </a:r>
            <a:r>
              <a:rPr lang="es-ES" sz="1100" dirty="0">
                <a:solidFill>
                  <a:srgbClr val="004254"/>
                </a:solidFill>
                <a:latin typeface="ForFuture Sans"/>
              </a:rPr>
              <a:t> a </a:t>
            </a:r>
            <a:r>
              <a:rPr lang="es-ES" sz="1100" dirty="0" err="1">
                <a:solidFill>
                  <a:srgbClr val="004254"/>
                </a:solidFill>
                <a:latin typeface="ForFuture Sans"/>
              </a:rPr>
              <a:t>random</a:t>
            </a:r>
            <a:r>
              <a:rPr lang="es-ES" sz="1100" dirty="0">
                <a:solidFill>
                  <a:srgbClr val="004254"/>
                </a:solidFill>
                <a:latin typeface="ForFuture Sans"/>
              </a:rPr>
              <a:t> </a:t>
            </a:r>
            <a:r>
              <a:rPr lang="es-ES" sz="1100" dirty="0" err="1">
                <a:solidFill>
                  <a:srgbClr val="004254"/>
                </a:solidFill>
                <a:latin typeface="ForFuture Sans"/>
              </a:rPr>
              <a:t>movement</a:t>
            </a:r>
            <a:r>
              <a:rPr lang="es-ES" sz="1100" dirty="0">
                <a:solidFill>
                  <a:srgbClr val="004254"/>
                </a:solidFill>
                <a:latin typeface="ForFuture Sans"/>
              </a:rPr>
              <a:t>, </a:t>
            </a:r>
            <a:r>
              <a:rPr lang="es-ES" sz="1100" dirty="0" err="1">
                <a:solidFill>
                  <a:srgbClr val="004254"/>
                </a:solidFill>
                <a:latin typeface="ForFuture Sans"/>
              </a:rPr>
              <a:t>they</a:t>
            </a:r>
            <a:r>
              <a:rPr lang="es-ES" sz="1100" dirty="0">
                <a:solidFill>
                  <a:srgbClr val="004254"/>
                </a:solidFill>
                <a:latin typeface="ForFuture Sans"/>
              </a:rPr>
              <a:t> can target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nearest</a:t>
            </a:r>
            <a:r>
              <a:rPr lang="es-ES" sz="1100" dirty="0">
                <a:solidFill>
                  <a:srgbClr val="004254"/>
                </a:solidFill>
                <a:latin typeface="ForFuture Sans"/>
              </a:rPr>
              <a:t> </a:t>
            </a:r>
            <a:r>
              <a:rPr lang="es-ES" sz="1100" dirty="0" err="1">
                <a:solidFill>
                  <a:srgbClr val="004254"/>
                </a:solidFill>
                <a:latin typeface="ForFuture Sans"/>
              </a:rPr>
              <a:t>enemy</a:t>
            </a:r>
            <a:r>
              <a:rPr lang="es-ES" sz="1100" dirty="0">
                <a:solidFill>
                  <a:srgbClr val="004254"/>
                </a:solidFill>
                <a:latin typeface="ForFuture Sans"/>
              </a:rPr>
              <a:t> </a:t>
            </a:r>
            <a:r>
              <a:rPr lang="es-ES" sz="1100" dirty="0" err="1">
                <a:solidFill>
                  <a:srgbClr val="004254"/>
                </a:solidFill>
                <a:latin typeface="ForFuture Sans"/>
              </a:rPr>
              <a:t>unit</a:t>
            </a:r>
            <a:r>
              <a:rPr lang="es-ES" sz="1100" dirty="0">
                <a:solidFill>
                  <a:srgbClr val="004254"/>
                </a:solidFill>
                <a:latin typeface="ForFuture Sans"/>
              </a:rPr>
              <a:t>.</a:t>
            </a: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s-ES" sz="1100" dirty="0" err="1">
                <a:solidFill>
                  <a:srgbClr val="004254"/>
                </a:solidFill>
                <a:latin typeface="ForFuture Sans"/>
              </a:rPr>
              <a:t>Design</a:t>
            </a:r>
            <a:r>
              <a:rPr lang="es-ES" sz="1100" dirty="0">
                <a:solidFill>
                  <a:srgbClr val="004254"/>
                </a:solidFill>
                <a:latin typeface="ForFuture Sans"/>
              </a:rPr>
              <a:t> new </a:t>
            </a:r>
            <a:r>
              <a:rPr lang="es-ES" sz="1100" dirty="0" err="1">
                <a:solidFill>
                  <a:srgbClr val="004254"/>
                </a:solidFill>
                <a:latin typeface="ForFuture Sans"/>
              </a:rPr>
              <a:t>types</a:t>
            </a:r>
            <a:r>
              <a:rPr lang="es-ES" sz="1100" dirty="0">
                <a:solidFill>
                  <a:srgbClr val="004254"/>
                </a:solidFill>
                <a:latin typeface="ForFuture Sans"/>
              </a:rPr>
              <a:t> </a:t>
            </a:r>
            <a:r>
              <a:rPr lang="es-ES" sz="1100" dirty="0" err="1">
                <a:solidFill>
                  <a:srgbClr val="004254"/>
                </a:solidFill>
                <a:latin typeface="ForFuture Sans"/>
              </a:rPr>
              <a:t>of</a:t>
            </a:r>
            <a:r>
              <a:rPr lang="es-ES" sz="1100" dirty="0">
                <a:solidFill>
                  <a:srgbClr val="004254"/>
                </a:solidFill>
                <a:latin typeface="ForFuture Sans"/>
              </a:rPr>
              <a:t> </a:t>
            </a:r>
            <a:r>
              <a:rPr lang="es-ES" sz="1100" dirty="0" err="1">
                <a:solidFill>
                  <a:srgbClr val="004254"/>
                </a:solidFill>
                <a:latin typeface="ForFuture Sans"/>
              </a:rPr>
              <a:t>units</a:t>
            </a:r>
            <a:r>
              <a:rPr lang="es-ES" sz="1100" dirty="0">
                <a:solidFill>
                  <a:srgbClr val="004254"/>
                </a:solidFill>
                <a:latin typeface="ForFuture Sans"/>
              </a:rPr>
              <a:t>, </a:t>
            </a:r>
            <a:r>
              <a:rPr lang="es-ES" sz="1100" dirty="0" err="1">
                <a:solidFill>
                  <a:srgbClr val="004254"/>
                </a:solidFill>
                <a:latin typeface="ForFuture Sans"/>
              </a:rPr>
              <a:t>like</a:t>
            </a:r>
            <a:r>
              <a:rPr lang="es-ES" sz="1100" dirty="0">
                <a:solidFill>
                  <a:srgbClr val="004254"/>
                </a:solidFill>
                <a:latin typeface="ForFuture Sans"/>
              </a:rPr>
              <a:t> </a:t>
            </a:r>
            <a:r>
              <a:rPr lang="es-ES" sz="1100" dirty="0" err="1">
                <a:solidFill>
                  <a:srgbClr val="004254"/>
                </a:solidFill>
                <a:latin typeface="ForFuture Sans"/>
              </a:rPr>
              <a:t>for</a:t>
            </a:r>
            <a:r>
              <a:rPr lang="es-ES" sz="1100" dirty="0">
                <a:solidFill>
                  <a:srgbClr val="004254"/>
                </a:solidFill>
                <a:latin typeface="ForFuture Sans"/>
              </a:rPr>
              <a:t> </a:t>
            </a:r>
            <a:r>
              <a:rPr lang="es-ES" sz="1100" dirty="0" err="1">
                <a:solidFill>
                  <a:srgbClr val="004254"/>
                </a:solidFill>
                <a:latin typeface="ForFuture Sans"/>
              </a:rPr>
              <a:t>example</a:t>
            </a:r>
            <a:r>
              <a:rPr lang="es-ES" sz="1100" dirty="0">
                <a:solidFill>
                  <a:srgbClr val="004254"/>
                </a:solidFill>
                <a:latin typeface="ForFuture Sans"/>
              </a:rPr>
              <a:t> a </a:t>
            </a:r>
            <a:r>
              <a:rPr lang="es-ES" sz="1100" dirty="0" err="1">
                <a:solidFill>
                  <a:srgbClr val="004254"/>
                </a:solidFill>
                <a:latin typeface="ForFuture Sans"/>
              </a:rPr>
              <a:t>protected</a:t>
            </a:r>
            <a:r>
              <a:rPr lang="es-ES" sz="1100" dirty="0">
                <a:solidFill>
                  <a:srgbClr val="004254"/>
                </a:solidFill>
                <a:latin typeface="ForFuture Sans"/>
              </a:rPr>
              <a:t> </a:t>
            </a:r>
            <a:r>
              <a:rPr lang="es-ES" sz="1100" dirty="0" err="1">
                <a:solidFill>
                  <a:srgbClr val="004254"/>
                </a:solidFill>
                <a:latin typeface="ForFuture Sans"/>
              </a:rPr>
              <a:t>unit</a:t>
            </a:r>
            <a:r>
              <a:rPr lang="es-ES" sz="1100" dirty="0">
                <a:solidFill>
                  <a:srgbClr val="004254"/>
                </a:solidFill>
                <a:latin typeface="ForFuture Sans"/>
              </a:rPr>
              <a:t> </a:t>
            </a:r>
            <a:r>
              <a:rPr lang="es-ES" sz="1100" dirty="0" err="1">
                <a:solidFill>
                  <a:srgbClr val="004254"/>
                </a:solidFill>
                <a:latin typeface="ForFuture Sans"/>
              </a:rPr>
              <a:t>whose</a:t>
            </a:r>
            <a:r>
              <a:rPr lang="es-ES" sz="1100" dirty="0">
                <a:solidFill>
                  <a:srgbClr val="004254"/>
                </a:solidFill>
                <a:latin typeface="ForFuture Sans"/>
              </a:rPr>
              <a:t> </a:t>
            </a:r>
            <a:r>
              <a:rPr lang="es-ES" sz="1100" dirty="0" err="1">
                <a:solidFill>
                  <a:srgbClr val="004254"/>
                </a:solidFill>
                <a:latin typeface="ForFuture Sans"/>
              </a:rPr>
              <a:t>elimination</a:t>
            </a:r>
            <a:r>
              <a:rPr lang="es-ES" sz="1100" dirty="0">
                <a:solidFill>
                  <a:srgbClr val="004254"/>
                </a:solidFill>
                <a:latin typeface="ForFuture Sans"/>
              </a:rPr>
              <a:t> </a:t>
            </a:r>
            <a:r>
              <a:rPr lang="es-ES" sz="1100" dirty="0" err="1">
                <a:solidFill>
                  <a:srgbClr val="004254"/>
                </a:solidFill>
                <a:latin typeface="ForFuture Sans"/>
              </a:rPr>
              <a:t>implies</a:t>
            </a:r>
            <a:r>
              <a:rPr lang="es-ES" sz="1100" dirty="0">
                <a:solidFill>
                  <a:srgbClr val="004254"/>
                </a:solidFill>
                <a:latin typeface="ForFuture Sans"/>
              </a:rPr>
              <a:t> inmediate </a:t>
            </a:r>
            <a:r>
              <a:rPr lang="es-ES" sz="1100" dirty="0" err="1">
                <a:solidFill>
                  <a:srgbClr val="004254"/>
                </a:solidFill>
                <a:latin typeface="ForFuture Sans"/>
              </a:rPr>
              <a:t>defeat</a:t>
            </a:r>
            <a:r>
              <a:rPr lang="es-ES" sz="1100" dirty="0">
                <a:solidFill>
                  <a:srgbClr val="004254"/>
                </a:solidFill>
                <a:latin typeface="ForFuture Sans"/>
              </a:rPr>
              <a:t> (</a:t>
            </a:r>
            <a:r>
              <a:rPr lang="es-ES" sz="1100" dirty="0" err="1">
                <a:solidFill>
                  <a:srgbClr val="004254"/>
                </a:solidFill>
                <a:latin typeface="ForFuture Sans"/>
              </a:rPr>
              <a:t>like</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a:t>
            </a:r>
            <a:r>
              <a:rPr lang="es-ES" sz="1100" dirty="0" err="1">
                <a:solidFill>
                  <a:srgbClr val="004254"/>
                </a:solidFill>
                <a:latin typeface="ForFuture Sans"/>
              </a:rPr>
              <a:t>king</a:t>
            </a:r>
            <a:r>
              <a:rPr lang="es-ES" sz="1100" dirty="0">
                <a:solidFill>
                  <a:srgbClr val="004254"/>
                </a:solidFill>
                <a:latin typeface="ForFuture Sans"/>
              </a:rPr>
              <a:t> in a </a:t>
            </a:r>
            <a:r>
              <a:rPr lang="es-ES" sz="1100" dirty="0" err="1">
                <a:solidFill>
                  <a:srgbClr val="004254"/>
                </a:solidFill>
                <a:latin typeface="ForFuture Sans"/>
              </a:rPr>
              <a:t>chess</a:t>
            </a:r>
            <a:r>
              <a:rPr lang="es-ES" sz="1100" dirty="0">
                <a:solidFill>
                  <a:srgbClr val="004254"/>
                </a:solidFill>
                <a:latin typeface="ForFuture Sans"/>
              </a:rPr>
              <a:t> </a:t>
            </a:r>
            <a:r>
              <a:rPr lang="es-ES" sz="1100" dirty="0" err="1">
                <a:solidFill>
                  <a:srgbClr val="004254"/>
                </a:solidFill>
                <a:latin typeface="ForFuture Sans"/>
              </a:rPr>
              <a:t>game</a:t>
            </a:r>
            <a:r>
              <a:rPr lang="es-ES" sz="1100" dirty="0">
                <a:solidFill>
                  <a:srgbClr val="004254"/>
                </a:solidFill>
                <a:latin typeface="ForFuture Sans"/>
              </a:rPr>
              <a:t>).</a:t>
            </a: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s-ES" sz="1100" dirty="0" err="1">
                <a:solidFill>
                  <a:srgbClr val="004254"/>
                </a:solidFill>
                <a:latin typeface="ForFuture Sans"/>
              </a:rPr>
              <a:t>Design</a:t>
            </a:r>
            <a:r>
              <a:rPr lang="es-ES" sz="1100" dirty="0">
                <a:solidFill>
                  <a:srgbClr val="004254"/>
                </a:solidFill>
                <a:latin typeface="ForFuture Sans"/>
              </a:rPr>
              <a:t> new </a:t>
            </a:r>
            <a:r>
              <a:rPr lang="es-ES" sz="1100" dirty="0" err="1">
                <a:solidFill>
                  <a:srgbClr val="004254"/>
                </a:solidFill>
                <a:latin typeface="ForFuture Sans"/>
              </a:rPr>
              <a:t>starting</a:t>
            </a:r>
            <a:r>
              <a:rPr lang="es-ES" sz="1100" dirty="0">
                <a:solidFill>
                  <a:srgbClr val="004254"/>
                </a:solidFill>
                <a:latin typeface="ForFuture Sans"/>
              </a:rPr>
              <a:t> </a:t>
            </a:r>
            <a:r>
              <a:rPr lang="es-ES" sz="1100" dirty="0" err="1">
                <a:solidFill>
                  <a:srgbClr val="004254"/>
                </a:solidFill>
                <a:latin typeface="ForFuture Sans"/>
              </a:rPr>
              <a:t>maps</a:t>
            </a:r>
            <a:r>
              <a:rPr lang="es-ES" sz="1100" dirty="0">
                <a:solidFill>
                  <a:srgbClr val="004254"/>
                </a:solidFill>
                <a:latin typeface="ForFuture Sans"/>
              </a:rPr>
              <a:t>.</a:t>
            </a: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ES" sz="1100" i="0" u="none" strike="noStrike" kern="1200" cap="none" spc="0" normalizeH="0" baseline="0" noProof="0" dirty="0" err="1">
                <a:ln>
                  <a:noFill/>
                </a:ln>
                <a:solidFill>
                  <a:srgbClr val="004254"/>
                </a:solidFill>
                <a:effectLst/>
                <a:uLnTx/>
                <a:uFillTx/>
                <a:latin typeface="ForFuture Sans"/>
                <a:ea typeface="+mn-ea"/>
                <a:cs typeface="+mn-cs"/>
              </a:rPr>
              <a:t>Add</a:t>
            </a:r>
            <a:r>
              <a:rPr kumimoji="0" lang="es-ES" sz="1100" i="0" u="none" strike="noStrike" kern="1200" cap="none" spc="0" normalizeH="0" baseline="0" noProof="0" dirty="0">
                <a:ln>
                  <a:noFill/>
                </a:ln>
                <a:solidFill>
                  <a:srgbClr val="004254"/>
                </a:solidFill>
                <a:effectLst/>
                <a:uLnTx/>
                <a:uFillTx/>
                <a:latin typeface="ForFuture Sans"/>
                <a:ea typeface="+mn-ea"/>
                <a:cs typeface="+mn-cs"/>
              </a:rPr>
              <a:t> more </a:t>
            </a:r>
            <a:r>
              <a:rPr kumimoji="0" lang="es-ES" sz="1100" i="0" u="none" strike="noStrike" kern="1200" cap="none" spc="0" normalizeH="0" baseline="0" noProof="0" dirty="0" err="1">
                <a:ln>
                  <a:noFill/>
                </a:ln>
                <a:solidFill>
                  <a:srgbClr val="004254"/>
                </a:solidFill>
                <a:effectLst/>
                <a:uLnTx/>
                <a:uFillTx/>
                <a:latin typeface="ForFuture Sans"/>
                <a:ea typeface="+mn-ea"/>
                <a:cs typeface="+mn-cs"/>
              </a:rPr>
              <a:t>teams</a:t>
            </a:r>
            <a:r>
              <a:rPr kumimoji="0" lang="es-ES" sz="1100" i="0" u="none" strike="noStrike" kern="1200" cap="none" spc="0" normalizeH="0" baseline="0" noProof="0" dirty="0">
                <a:ln>
                  <a:noFill/>
                </a:ln>
                <a:solidFill>
                  <a:srgbClr val="004254"/>
                </a:solidFill>
                <a:effectLst/>
                <a:uLnTx/>
                <a:uFillTx/>
                <a:latin typeface="ForFuture Sans"/>
                <a:ea typeface="+mn-ea"/>
                <a:cs typeface="+mn-cs"/>
              </a:rPr>
              <a:t>. ¿</a:t>
            </a:r>
            <a:r>
              <a:rPr lang="es-ES" sz="1100" dirty="0">
                <a:solidFill>
                  <a:srgbClr val="004254"/>
                </a:solidFill>
                <a:latin typeface="ForFuture Sans"/>
              </a:rPr>
              <a:t>W</a:t>
            </a:r>
            <a:r>
              <a:rPr kumimoji="0" lang="es-ES" sz="1100" i="0" u="none" strike="noStrike" kern="1200" cap="none" spc="0" normalizeH="0" baseline="0" noProof="0" dirty="0" err="1">
                <a:ln>
                  <a:noFill/>
                </a:ln>
                <a:solidFill>
                  <a:srgbClr val="004254"/>
                </a:solidFill>
                <a:effectLst/>
                <a:uLnTx/>
                <a:uFillTx/>
                <a:latin typeface="ForFuture Sans"/>
                <a:ea typeface="+mn-ea"/>
                <a:cs typeface="+mn-cs"/>
              </a:rPr>
              <a:t>hat</a:t>
            </a:r>
            <a:r>
              <a:rPr kumimoji="0" lang="es-ES" sz="110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i="0" u="none" strike="noStrike" kern="1200" cap="none" spc="0" normalizeH="0" baseline="0" noProof="0" dirty="0" err="1">
                <a:ln>
                  <a:noFill/>
                </a:ln>
                <a:solidFill>
                  <a:srgbClr val="004254"/>
                </a:solidFill>
                <a:effectLst/>
                <a:uLnTx/>
                <a:uFillTx/>
                <a:latin typeface="ForFuture Sans"/>
                <a:ea typeface="+mn-ea"/>
                <a:cs typeface="+mn-cs"/>
              </a:rPr>
              <a:t>if</a:t>
            </a:r>
            <a:r>
              <a:rPr kumimoji="0" lang="es-ES" sz="1100" i="0" u="none" strike="noStrike" kern="1200" cap="none" spc="0" normalizeH="0" baseline="0" noProof="0" dirty="0">
                <a:ln>
                  <a:noFill/>
                </a:ln>
                <a:solidFill>
                  <a:srgbClr val="004254"/>
                </a:solidFill>
                <a:effectLst/>
                <a:uLnTx/>
                <a:uFillTx/>
                <a:latin typeface="ForFuture Sans"/>
                <a:ea typeface="+mn-ea"/>
                <a:cs typeface="+mn-cs"/>
              </a:rPr>
              <a:t> </a:t>
            </a:r>
            <a:r>
              <a:rPr kumimoji="0" lang="es-ES" sz="1100" i="0" u="none" strike="noStrike" kern="1200" cap="none" spc="0" normalizeH="0" baseline="0" noProof="0" dirty="0" err="1">
                <a:ln>
                  <a:noFill/>
                </a:ln>
                <a:solidFill>
                  <a:srgbClr val="004254"/>
                </a:solidFill>
                <a:effectLst/>
                <a:uLnTx/>
                <a:uFillTx/>
                <a:latin typeface="ForFuture Sans"/>
                <a:ea typeface="+mn-ea"/>
                <a:cs typeface="+mn-cs"/>
              </a:rPr>
              <a:t>there</a:t>
            </a:r>
            <a:r>
              <a:rPr kumimoji="0" lang="es-ES" sz="1100" i="0" u="none" strike="noStrike" kern="1200" cap="none" spc="0" normalizeH="0" baseline="0" noProof="0" dirty="0">
                <a:ln>
                  <a:noFill/>
                </a:ln>
                <a:solidFill>
                  <a:srgbClr val="004254"/>
                </a:solidFill>
                <a:effectLst/>
                <a:uLnTx/>
                <a:uFillTx/>
                <a:latin typeface="ForFuture Sans"/>
                <a:ea typeface="+mn-ea"/>
                <a:cs typeface="+mn-cs"/>
              </a:rPr>
              <a:t> are </a:t>
            </a:r>
            <a:r>
              <a:rPr kumimoji="0" lang="es-ES" sz="1100" i="0" u="none" strike="noStrike" kern="1200" cap="none" spc="0" normalizeH="0" baseline="0" noProof="0" dirty="0" err="1">
                <a:ln>
                  <a:noFill/>
                </a:ln>
                <a:solidFill>
                  <a:srgbClr val="004254"/>
                </a:solidFill>
                <a:effectLst/>
                <a:uLnTx/>
                <a:uFillTx/>
                <a:latin typeface="ForFuture Sans"/>
                <a:ea typeface="+mn-ea"/>
                <a:cs typeface="+mn-cs"/>
              </a:rPr>
              <a:t>alliances</a:t>
            </a:r>
            <a:r>
              <a:rPr lang="es-ES" sz="1100" dirty="0">
                <a:solidFill>
                  <a:srgbClr val="004254"/>
                </a:solidFill>
                <a:latin typeface="ForFuture Sans"/>
              </a:rPr>
              <a:t>? ¿In </a:t>
            </a:r>
            <a:r>
              <a:rPr lang="es-ES" sz="1100" dirty="0" err="1">
                <a:solidFill>
                  <a:srgbClr val="004254"/>
                </a:solidFill>
                <a:latin typeface="ForFuture Sans"/>
              </a:rPr>
              <a:t>which</a:t>
            </a:r>
            <a:r>
              <a:rPr lang="es-ES" sz="1100" dirty="0">
                <a:solidFill>
                  <a:srgbClr val="004254"/>
                </a:solidFill>
                <a:latin typeface="ForFuture Sans"/>
              </a:rPr>
              <a:t> </a:t>
            </a:r>
            <a:r>
              <a:rPr lang="es-ES" sz="1100" dirty="0" err="1">
                <a:solidFill>
                  <a:srgbClr val="004254"/>
                </a:solidFill>
                <a:latin typeface="ForFuture Sans"/>
              </a:rPr>
              <a:t>conditions</a:t>
            </a:r>
            <a:r>
              <a:rPr lang="es-ES" sz="1100" dirty="0">
                <a:solidFill>
                  <a:srgbClr val="004254"/>
                </a:solidFill>
                <a:latin typeface="ForFuture Sans"/>
              </a:rPr>
              <a:t>? ¿</a:t>
            </a:r>
            <a:r>
              <a:rPr lang="es-ES" sz="1100" dirty="0" err="1">
                <a:solidFill>
                  <a:srgbClr val="004254"/>
                </a:solidFill>
                <a:latin typeface="ForFuture Sans"/>
              </a:rPr>
              <a:t>Would</a:t>
            </a:r>
            <a:r>
              <a:rPr lang="es-ES" sz="1100" dirty="0">
                <a:solidFill>
                  <a:srgbClr val="004254"/>
                </a:solidFill>
                <a:latin typeface="ForFuture Sans"/>
              </a:rPr>
              <a:t> </a:t>
            </a:r>
            <a:r>
              <a:rPr lang="es-ES" sz="1100" dirty="0" err="1">
                <a:solidFill>
                  <a:srgbClr val="004254"/>
                </a:solidFill>
                <a:latin typeface="ForFuture Sans"/>
              </a:rPr>
              <a:t>they</a:t>
            </a:r>
            <a:r>
              <a:rPr lang="es-ES" sz="1100" dirty="0">
                <a:solidFill>
                  <a:srgbClr val="004254"/>
                </a:solidFill>
                <a:latin typeface="ForFuture Sans"/>
              </a:rPr>
              <a:t> </a:t>
            </a:r>
            <a:r>
              <a:rPr lang="es-ES" sz="1100" dirty="0" err="1">
                <a:solidFill>
                  <a:srgbClr val="004254"/>
                </a:solidFill>
                <a:latin typeface="ForFuture Sans"/>
              </a:rPr>
              <a:t>adopt</a:t>
            </a:r>
            <a:r>
              <a:rPr lang="es-ES" sz="1100" dirty="0">
                <a:solidFill>
                  <a:srgbClr val="004254"/>
                </a:solidFill>
                <a:latin typeface="ForFuture Sans"/>
              </a:rPr>
              <a:t> </a:t>
            </a:r>
            <a:r>
              <a:rPr lang="es-ES" sz="1100" dirty="0" err="1">
                <a:solidFill>
                  <a:srgbClr val="004254"/>
                </a:solidFill>
                <a:latin typeface="ForFuture Sans"/>
              </a:rPr>
              <a:t>the</a:t>
            </a:r>
            <a:r>
              <a:rPr lang="es-ES" sz="1100" dirty="0">
                <a:solidFill>
                  <a:srgbClr val="004254"/>
                </a:solidFill>
                <a:latin typeface="ForFuture Sans"/>
              </a:rPr>
              <a:t> quantum </a:t>
            </a:r>
            <a:r>
              <a:rPr lang="es-ES" sz="1100" dirty="0" err="1">
                <a:solidFill>
                  <a:srgbClr val="004254"/>
                </a:solidFill>
                <a:latin typeface="ForFuture Sans"/>
              </a:rPr>
              <a:t>strategy</a:t>
            </a:r>
            <a:r>
              <a:rPr lang="es-ES" sz="1100" dirty="0">
                <a:solidFill>
                  <a:srgbClr val="004254"/>
                </a:solidFill>
                <a:latin typeface="ForFuture Sans"/>
              </a:rPr>
              <a:t>?</a:t>
            </a: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ES" sz="1100" b="0" i="0" u="none" strike="noStrike" kern="1200" cap="none" spc="0" normalizeH="0" baseline="0" noProof="0" dirty="0">
                <a:ln>
                  <a:noFill/>
                </a:ln>
                <a:solidFill>
                  <a:srgbClr val="004254"/>
                </a:solidFill>
                <a:effectLst/>
                <a:uLnTx/>
                <a:uFillTx/>
                <a:latin typeface="ForFuture Sans"/>
                <a:ea typeface="+mn-ea"/>
                <a:cs typeface="+mn-cs"/>
              </a:rPr>
              <a:t>…</a:t>
            </a:r>
          </a:p>
        </p:txBody>
      </p:sp>
      <p:pic>
        <p:nvPicPr>
          <p:cNvPr id="12" name="Gráfico 11">
            <a:extLst>
              <a:ext uri="{FF2B5EF4-FFF2-40B4-BE49-F238E27FC236}">
                <a16:creationId xmlns:a16="http://schemas.microsoft.com/office/drawing/2014/main" id="{9EFFF866-2646-E966-5D1F-F0CC1E6936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1027" y="551980"/>
            <a:ext cx="857250" cy="1143000"/>
          </a:xfrm>
          <a:prstGeom prst="rect">
            <a:avLst/>
          </a:prstGeom>
        </p:spPr>
      </p:pic>
      <p:sp>
        <p:nvSpPr>
          <p:cNvPr id="15" name="Rectángulo 14">
            <a:extLst>
              <a:ext uri="{FF2B5EF4-FFF2-40B4-BE49-F238E27FC236}">
                <a16:creationId xmlns:a16="http://schemas.microsoft.com/office/drawing/2014/main" id="{989F4C9F-D36C-6813-9C59-BC5AD88C11DC}"/>
              </a:ext>
            </a:extLst>
          </p:cNvPr>
          <p:cNvSpPr/>
          <p:nvPr/>
        </p:nvSpPr>
        <p:spPr>
          <a:xfrm>
            <a:off x="6485063" y="4581128"/>
            <a:ext cx="4104456" cy="1296144"/>
          </a:xfrm>
          <a:prstGeom prst="rect">
            <a:avLst/>
          </a:prstGeom>
          <a:solidFill>
            <a:schemeClr val="bg1">
              <a:lumMod val="9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err="1">
                <a:solidFill>
                  <a:schemeClr val="tx1"/>
                </a:solidFill>
              </a:rPr>
              <a:t>All</a:t>
            </a:r>
            <a:r>
              <a:rPr lang="es-ES" b="1" dirty="0">
                <a:solidFill>
                  <a:schemeClr val="tx1"/>
                </a:solidFill>
              </a:rPr>
              <a:t> </a:t>
            </a:r>
            <a:r>
              <a:rPr lang="es-ES" b="1" dirty="0" err="1">
                <a:solidFill>
                  <a:schemeClr val="tx1"/>
                </a:solidFill>
              </a:rPr>
              <a:t>this</a:t>
            </a:r>
            <a:r>
              <a:rPr lang="es-ES" b="1" dirty="0">
                <a:solidFill>
                  <a:schemeClr val="tx1"/>
                </a:solidFill>
              </a:rPr>
              <a:t> </a:t>
            </a:r>
            <a:r>
              <a:rPr lang="es-ES" b="1" dirty="0" err="1">
                <a:solidFill>
                  <a:schemeClr val="tx1"/>
                </a:solidFill>
              </a:rPr>
              <a:t>having</a:t>
            </a:r>
            <a:r>
              <a:rPr lang="es-ES" b="1" dirty="0">
                <a:solidFill>
                  <a:schemeClr val="tx1"/>
                </a:solidFill>
              </a:rPr>
              <a:t> in </a:t>
            </a:r>
            <a:r>
              <a:rPr lang="es-ES" b="1" dirty="0" err="1">
                <a:solidFill>
                  <a:schemeClr val="tx1"/>
                </a:solidFill>
              </a:rPr>
              <a:t>consideration</a:t>
            </a:r>
            <a:r>
              <a:rPr lang="es-ES" b="1" dirty="0">
                <a:solidFill>
                  <a:schemeClr val="tx1"/>
                </a:solidFill>
              </a:rPr>
              <a:t> </a:t>
            </a:r>
            <a:r>
              <a:rPr lang="es-ES" b="1" dirty="0" err="1">
                <a:solidFill>
                  <a:schemeClr val="tx1"/>
                </a:solidFill>
              </a:rPr>
              <a:t>that</a:t>
            </a:r>
            <a:r>
              <a:rPr lang="es-ES" b="1" dirty="0">
                <a:solidFill>
                  <a:schemeClr val="tx1"/>
                </a:solidFill>
              </a:rPr>
              <a:t> </a:t>
            </a:r>
            <a:r>
              <a:rPr lang="es-ES" b="1" dirty="0" err="1">
                <a:solidFill>
                  <a:schemeClr val="tx1"/>
                </a:solidFill>
              </a:rPr>
              <a:t>the</a:t>
            </a:r>
            <a:r>
              <a:rPr lang="es-ES" b="1" dirty="0">
                <a:solidFill>
                  <a:schemeClr val="tx1"/>
                </a:solidFill>
              </a:rPr>
              <a:t> Quantum </a:t>
            </a:r>
            <a:r>
              <a:rPr lang="es-ES" b="1" dirty="0" err="1">
                <a:solidFill>
                  <a:schemeClr val="tx1"/>
                </a:solidFill>
              </a:rPr>
              <a:t>Team</a:t>
            </a:r>
            <a:r>
              <a:rPr lang="es-ES" b="1" dirty="0">
                <a:solidFill>
                  <a:schemeClr val="tx1"/>
                </a:solidFill>
              </a:rPr>
              <a:t> </a:t>
            </a:r>
            <a:r>
              <a:rPr lang="es-ES" b="1" dirty="0" err="1">
                <a:solidFill>
                  <a:schemeClr val="tx1"/>
                </a:solidFill>
              </a:rPr>
              <a:t>must</a:t>
            </a:r>
            <a:r>
              <a:rPr lang="es-ES" b="1" dirty="0">
                <a:solidFill>
                  <a:schemeClr val="tx1"/>
                </a:solidFill>
              </a:rPr>
              <a:t> </a:t>
            </a:r>
            <a:r>
              <a:rPr lang="es-ES" b="1" dirty="0" err="1">
                <a:solidFill>
                  <a:schemeClr val="tx1"/>
                </a:solidFill>
              </a:rPr>
              <a:t>still</a:t>
            </a:r>
            <a:r>
              <a:rPr lang="es-ES" b="1" dirty="0">
                <a:solidFill>
                  <a:schemeClr val="tx1"/>
                </a:solidFill>
              </a:rPr>
              <a:t> be </a:t>
            </a:r>
            <a:r>
              <a:rPr lang="es-ES" b="1" dirty="0" err="1">
                <a:solidFill>
                  <a:schemeClr val="tx1"/>
                </a:solidFill>
              </a:rPr>
              <a:t>victorious</a:t>
            </a:r>
            <a:r>
              <a:rPr lang="es-ES" b="1" dirty="0">
                <a:solidFill>
                  <a:schemeClr val="tx1"/>
                </a:solidFill>
              </a:rPr>
              <a:t>!</a:t>
            </a:r>
          </a:p>
        </p:txBody>
      </p:sp>
      <p:pic>
        <p:nvPicPr>
          <p:cNvPr id="17" name="Gráfico 16">
            <a:extLst>
              <a:ext uri="{FF2B5EF4-FFF2-40B4-BE49-F238E27FC236}">
                <a16:creationId xmlns:a16="http://schemas.microsoft.com/office/drawing/2014/main" id="{4FFB2551-68E6-3625-CC46-14449C0606E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15480" y="2680702"/>
            <a:ext cx="857250" cy="1143000"/>
          </a:xfrm>
          <a:prstGeom prst="rect">
            <a:avLst/>
          </a:prstGeom>
        </p:spPr>
      </p:pic>
    </p:spTree>
    <p:extLst>
      <p:ext uri="{BB962C8B-B14F-4D97-AF65-F5344CB8AC3E}">
        <p14:creationId xmlns:p14="http://schemas.microsoft.com/office/powerpoint/2010/main" val="27116651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E09D60BD-F5CC-7D97-3F1A-54B1AACF5072}"/>
              </a:ext>
            </a:extLst>
          </p:cNvPr>
          <p:cNvSpPr txBox="1">
            <a:spLocks/>
          </p:cNvSpPr>
          <p:nvPr/>
        </p:nvSpPr>
        <p:spPr>
          <a:xfrm>
            <a:off x="2279576" y="2060848"/>
            <a:ext cx="7307455" cy="2558541"/>
          </a:xfrm>
          <a:prstGeom prst="rect">
            <a:avLst/>
          </a:prstGeom>
        </p:spPr>
        <p:txBody>
          <a:bodyPr/>
          <a:lstStyle>
            <a:lvl1pPr algn="l" defTabSz="914377" rtl="0" eaLnBrk="1" latinLnBrk="0" hangingPunct="1">
              <a:lnSpc>
                <a:spcPct val="85000"/>
              </a:lnSpc>
              <a:spcBef>
                <a:spcPct val="0"/>
              </a:spcBef>
              <a:buNone/>
              <a:defRPr sz="3200" kern="1200">
                <a:solidFill>
                  <a:schemeClr val="tx1"/>
                </a:solidFill>
                <a:latin typeface="+mj-lt"/>
                <a:ea typeface="+mj-ea"/>
                <a:cs typeface="+mj-cs"/>
              </a:defRPr>
            </a:lvl1pPr>
          </a:lstStyle>
          <a:p>
            <a:pPr algn="ctr"/>
            <a:r>
              <a:rPr lang="es-ES" sz="6600" dirty="0"/>
              <a:t>Good </a:t>
            </a:r>
            <a:r>
              <a:rPr lang="es-ES" sz="6600" dirty="0" err="1"/>
              <a:t>luck</a:t>
            </a:r>
            <a:r>
              <a:rPr lang="es-ES" sz="6600" dirty="0"/>
              <a:t> and </a:t>
            </a:r>
            <a:r>
              <a:rPr lang="es-ES" sz="6600" dirty="0" err="1"/>
              <a:t>may</a:t>
            </a:r>
            <a:r>
              <a:rPr lang="es-ES" sz="6600" dirty="0"/>
              <a:t> </a:t>
            </a:r>
            <a:r>
              <a:rPr lang="es-ES" sz="6600" dirty="0" err="1"/>
              <a:t>the</a:t>
            </a:r>
            <a:r>
              <a:rPr lang="es-ES" sz="6600" dirty="0"/>
              <a:t> </a:t>
            </a:r>
            <a:r>
              <a:rPr lang="es-ES" sz="6600" dirty="0" err="1"/>
              <a:t>best</a:t>
            </a:r>
            <a:r>
              <a:rPr lang="es-ES" sz="6600" dirty="0"/>
              <a:t> Quantum </a:t>
            </a:r>
            <a:r>
              <a:rPr lang="es-ES" sz="6600" dirty="0" err="1"/>
              <a:t>Team</a:t>
            </a:r>
            <a:r>
              <a:rPr lang="es-ES" sz="6600" dirty="0"/>
              <a:t> </a:t>
            </a:r>
            <a:r>
              <a:rPr lang="es-ES" sz="6600" dirty="0" err="1"/>
              <a:t>win</a:t>
            </a:r>
            <a:r>
              <a:rPr lang="es-ES" sz="6600" dirty="0"/>
              <a:t>!</a:t>
            </a:r>
            <a:endParaRPr lang="es-ES" sz="6600" dirty="0">
              <a:solidFill>
                <a:schemeClr val="accent1"/>
              </a:solidFill>
            </a:endParaRPr>
          </a:p>
        </p:txBody>
      </p:sp>
    </p:spTree>
    <p:extLst>
      <p:ext uri="{BB962C8B-B14F-4D97-AF65-F5344CB8AC3E}">
        <p14:creationId xmlns:p14="http://schemas.microsoft.com/office/powerpoint/2010/main" val="33101937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30211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DRA THEME">
  <a:themeElements>
    <a:clrScheme name="INDRA COLORS">
      <a:dk1>
        <a:srgbClr val="004254"/>
      </a:dk1>
      <a:lt1>
        <a:srgbClr val="FFFFFF"/>
      </a:lt1>
      <a:dk2>
        <a:srgbClr val="001923"/>
      </a:dk2>
      <a:lt2>
        <a:srgbClr val="E3E2DA"/>
      </a:lt2>
      <a:accent1>
        <a:srgbClr val="00B0BD"/>
      </a:accent1>
      <a:accent2>
        <a:srgbClr val="44B757"/>
      </a:accent2>
      <a:accent3>
        <a:srgbClr val="8661F5"/>
      </a:accent3>
      <a:accent4>
        <a:srgbClr val="E56813"/>
      </a:accent4>
      <a:accent5>
        <a:srgbClr val="D2044A"/>
      </a:accent5>
      <a:accent6>
        <a:srgbClr val="72D3D3"/>
      </a:accent6>
      <a:hlink>
        <a:srgbClr val="00B0BD"/>
      </a:hlink>
      <a:folHlink>
        <a:srgbClr val="00759A"/>
      </a:folHlink>
    </a:clrScheme>
    <a:fontScheme name="INDRA Fonts">
      <a:majorFont>
        <a:latin typeface="ForFuture Sans"/>
        <a:ea typeface=""/>
        <a:cs typeface=""/>
      </a:majorFont>
      <a:minorFont>
        <a:latin typeface="ForFutur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lIns="180000" tIns="180000" rIns="180000" bIns="180000" rtlCol="0" anchor="t" anchorCtr="0"/>
      <a:lstStyle>
        <a:defPPr>
          <a:defRPr sz="14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sz="1200" dirty="0" err="1" smtClean="0"/>
        </a:defPPr>
      </a:lstStyle>
    </a:txDef>
  </a:objectDefaults>
  <a:extraClrSchemeLst/>
  <a:extLst>
    <a:ext uri="{05A4C25C-085E-4340-85A3-A5531E510DB2}">
      <thm15:themeFamily xmlns:thm15="http://schemas.microsoft.com/office/thememl/2012/main" name="Presentación1" id="{3DFC9182-AF87-454D-9F63-F64B908912E7}" vid="{129FBEFE-9494-4073-85D5-A1C38E4C79A3}"/>
    </a:ext>
  </a:extLst>
</a:theme>
</file>

<file path=ppt/theme/theme2.xml><?xml version="1.0" encoding="utf-8"?>
<a:theme xmlns:a="http://schemas.openxmlformats.org/drawingml/2006/main" name="CONTENIDO">
  <a:themeElements>
    <a:clrScheme name="INDRA COLORS">
      <a:dk1>
        <a:srgbClr val="004254"/>
      </a:dk1>
      <a:lt1>
        <a:srgbClr val="FFFFFF"/>
      </a:lt1>
      <a:dk2>
        <a:srgbClr val="001923"/>
      </a:dk2>
      <a:lt2>
        <a:srgbClr val="E3E2DA"/>
      </a:lt2>
      <a:accent1>
        <a:srgbClr val="00B0BD"/>
      </a:accent1>
      <a:accent2>
        <a:srgbClr val="44B757"/>
      </a:accent2>
      <a:accent3>
        <a:srgbClr val="8661F5"/>
      </a:accent3>
      <a:accent4>
        <a:srgbClr val="E56813"/>
      </a:accent4>
      <a:accent5>
        <a:srgbClr val="D2044A"/>
      </a:accent5>
      <a:accent6>
        <a:srgbClr val="72D3D3"/>
      </a:accent6>
      <a:hlink>
        <a:srgbClr val="00B0BD"/>
      </a:hlink>
      <a:folHlink>
        <a:srgbClr val="00759A"/>
      </a:folHlink>
    </a:clrScheme>
    <a:fontScheme name="Personalizado 4">
      <a:majorFont>
        <a:latin typeface="ForFuture Sans"/>
        <a:ea typeface=""/>
        <a:cs typeface=""/>
      </a:majorFont>
      <a:minorFont>
        <a:latin typeface="ForFuture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7312" rIns="0" bIns="0" rtlCol="0">
        <a:spAutoFit/>
      </a:bodyPr>
      <a:lstStyle>
        <a:defPPr marL="7696" algn="l">
          <a:spcBef>
            <a:spcPts val="600"/>
          </a:spcBef>
          <a:defRPr sz="1400" dirty="0" smtClean="0">
            <a:solidFill>
              <a:schemeClr val="tx2"/>
            </a:solidFill>
            <a:cs typeface="Trebuchet MS"/>
          </a:defRPr>
        </a:defPPr>
      </a:lstStyle>
    </a:txDef>
  </a:objectDefaults>
  <a:extraClrSchemeLst/>
  <a:extLst>
    <a:ext uri="{05A4C25C-085E-4340-85A3-A5531E510DB2}">
      <thm15:themeFamily xmlns:thm15="http://schemas.microsoft.com/office/thememl/2012/main" name="Presentación1" id="{B48A4FCE-8F83-431C-81AF-ACEEF50FCA63}" vid="{AA2C926F-5DC1-44FD-9F96-74C71EDE2703}"/>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PPT_INDRA_FULL_ES</Template>
  <TotalTime>1525</TotalTime>
  <Words>776</Words>
  <Application>Microsoft Office PowerPoint</Application>
  <PresentationFormat>Panorámica</PresentationFormat>
  <Paragraphs>73</Paragraphs>
  <Slides>6</Slides>
  <Notes>3</Notes>
  <HiddenSlides>0</HiddenSlides>
  <MMClips>0</MMClips>
  <ScaleCrop>false</ScaleCrop>
  <HeadingPairs>
    <vt:vector size="8" baseType="variant">
      <vt:variant>
        <vt:lpstr>Fuentes usadas</vt:lpstr>
      </vt:variant>
      <vt:variant>
        <vt:i4>6</vt:i4>
      </vt:variant>
      <vt:variant>
        <vt:lpstr>Tema</vt:lpstr>
      </vt:variant>
      <vt:variant>
        <vt:i4>2</vt:i4>
      </vt:variant>
      <vt:variant>
        <vt:lpstr>Servidores OLE incrustados</vt:lpstr>
      </vt:variant>
      <vt:variant>
        <vt:i4>1</vt:i4>
      </vt:variant>
      <vt:variant>
        <vt:lpstr>Títulos de diapositiva</vt:lpstr>
      </vt:variant>
      <vt:variant>
        <vt:i4>6</vt:i4>
      </vt:variant>
    </vt:vector>
  </HeadingPairs>
  <TitlesOfParts>
    <vt:vector size="15" baseType="lpstr">
      <vt:lpstr>Arial</vt:lpstr>
      <vt:lpstr>Trebuchet MS</vt:lpstr>
      <vt:lpstr>Calibri</vt:lpstr>
      <vt:lpstr>ForFuture Sans</vt:lpstr>
      <vt:lpstr>Aptos</vt:lpstr>
      <vt:lpstr>Courier New</vt:lpstr>
      <vt:lpstr>INDRA THEME</vt:lpstr>
      <vt:lpstr>CONTENIDO</vt:lpstr>
      <vt:lpstr>Diapositiva de think-cell</vt:lpstr>
      <vt:lpstr>Quantum Hack 2025  Quantum Simulation of Battlefield Scenarios</vt:lpstr>
      <vt:lpstr>The challenge: Battlefield Simulation</vt:lpstr>
      <vt:lpstr>The challenge: Simulation workflow</vt:lpstr>
      <vt:lpstr>The challenge: What do I have to deliver?</vt:lpstr>
      <vt:lpstr>Presentación de PowerPoint</vt:lpstr>
      <vt:lpstr>Presentación de PowerPoint</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Moreno Canca, Mario</dc:creator>
  <cp:lastModifiedBy>Moreno Canca, Mario</cp:lastModifiedBy>
  <cp:revision>12</cp:revision>
  <dcterms:created xsi:type="dcterms:W3CDTF">2025-12-09T10:26:29Z</dcterms:created>
  <dcterms:modified xsi:type="dcterms:W3CDTF">2025-12-13T11:36:09Z</dcterms:modified>
</cp:coreProperties>
</file>